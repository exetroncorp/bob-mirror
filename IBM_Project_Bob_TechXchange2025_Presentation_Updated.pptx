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ppt/diagrams/data13.xml" ContentType="application/vnd.openxmlformats-officedocument.drawingml.diagramData+xml"/>
  <Override PartName="/ppt/diagrams/layout13.xml" ContentType="application/vnd.openxmlformats-officedocument.drawingml.diagramLayout+xml"/>
  <Override PartName="/ppt/diagrams/quickStyle13.xml" ContentType="application/vnd.openxmlformats-officedocument.drawingml.diagramStyle+xml"/>
  <Override PartName="/ppt/diagrams/colors13.xml" ContentType="application/vnd.openxmlformats-officedocument.drawingml.diagramColors+xml"/>
  <Override PartName="/ppt/diagrams/drawing13.xml" ContentType="application/vnd.ms-office.drawingml.diagramDrawing+xml"/>
  <Override PartName="/ppt/diagrams/data14.xml" ContentType="application/vnd.openxmlformats-officedocument.drawingml.diagramData+xml"/>
  <Override PartName="/ppt/diagrams/layout14.xml" ContentType="application/vnd.openxmlformats-officedocument.drawingml.diagramLayout+xml"/>
  <Override PartName="/ppt/diagrams/quickStyle14.xml" ContentType="application/vnd.openxmlformats-officedocument.drawingml.diagramStyle+xml"/>
  <Override PartName="/ppt/diagrams/colors14.xml" ContentType="application/vnd.openxmlformats-officedocument.drawingml.diagramColors+xml"/>
  <Override PartName="/ppt/diagrams/drawing14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72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74" r:id="rId13"/>
    <p:sldId id="273" r:id="rId14"/>
    <p:sldId id="269" r:id="rId15"/>
    <p:sldId id="270" r:id="rId16"/>
    <p:sldId id="268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20" d="100"/>
          <a:sy n="120" d="100"/>
        </p:scale>
        <p:origin x="1344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sv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11.svg"/><Relationship Id="rId1" Type="http://schemas.openxmlformats.org/officeDocument/2006/relationships/image" Target="../media/image10.png"/><Relationship Id="rId6" Type="http://schemas.openxmlformats.org/officeDocument/2006/relationships/image" Target="../media/image15.svg"/><Relationship Id="rId5" Type="http://schemas.openxmlformats.org/officeDocument/2006/relationships/image" Target="../media/image14.png"/><Relationship Id="rId4" Type="http://schemas.openxmlformats.org/officeDocument/2006/relationships/image" Target="../media/image13.svg"/></Relationships>
</file>

<file path=ppt/diagrams/_rels/data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svg"/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image" Target="../media/image19.svg"/><Relationship Id="rId1" Type="http://schemas.openxmlformats.org/officeDocument/2006/relationships/image" Target="../media/image18.png"/><Relationship Id="rId6" Type="http://schemas.openxmlformats.org/officeDocument/2006/relationships/image" Target="../media/image23.svg"/><Relationship Id="rId5" Type="http://schemas.openxmlformats.org/officeDocument/2006/relationships/image" Target="../media/image22.png"/><Relationship Id="rId4" Type="http://schemas.openxmlformats.org/officeDocument/2006/relationships/image" Target="../media/image21.svg"/></Relationships>
</file>

<file path=ppt/diagrams/_rels/data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svg"/><Relationship Id="rId3" Type="http://schemas.openxmlformats.org/officeDocument/2006/relationships/image" Target="../media/image28.png"/><Relationship Id="rId7" Type="http://schemas.openxmlformats.org/officeDocument/2006/relationships/image" Target="../media/image32.png"/><Relationship Id="rId12" Type="http://schemas.openxmlformats.org/officeDocument/2006/relationships/image" Target="../media/image37.svg"/><Relationship Id="rId2" Type="http://schemas.openxmlformats.org/officeDocument/2006/relationships/image" Target="../media/image27.svg"/><Relationship Id="rId1" Type="http://schemas.openxmlformats.org/officeDocument/2006/relationships/image" Target="../media/image26.png"/><Relationship Id="rId6" Type="http://schemas.openxmlformats.org/officeDocument/2006/relationships/image" Target="../media/image31.svg"/><Relationship Id="rId11" Type="http://schemas.openxmlformats.org/officeDocument/2006/relationships/image" Target="../media/image36.png"/><Relationship Id="rId5" Type="http://schemas.openxmlformats.org/officeDocument/2006/relationships/image" Target="../media/image30.png"/><Relationship Id="rId10" Type="http://schemas.openxmlformats.org/officeDocument/2006/relationships/image" Target="../media/image35.svg"/><Relationship Id="rId4" Type="http://schemas.openxmlformats.org/officeDocument/2006/relationships/image" Target="../media/image29.svg"/><Relationship Id="rId9" Type="http://schemas.openxmlformats.org/officeDocument/2006/relationships/image" Target="../media/image34.png"/></Relationships>
</file>

<file path=ppt/diagrams/_rels/data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svg"/><Relationship Id="rId3" Type="http://schemas.openxmlformats.org/officeDocument/2006/relationships/image" Target="../media/image34.png"/><Relationship Id="rId7" Type="http://schemas.openxmlformats.org/officeDocument/2006/relationships/image" Target="../media/image43.png"/><Relationship Id="rId2" Type="http://schemas.openxmlformats.org/officeDocument/2006/relationships/image" Target="../media/image39.svg"/><Relationship Id="rId1" Type="http://schemas.openxmlformats.org/officeDocument/2006/relationships/image" Target="../media/image38.png"/><Relationship Id="rId6" Type="http://schemas.openxmlformats.org/officeDocument/2006/relationships/image" Target="../media/image42.svg"/><Relationship Id="rId5" Type="http://schemas.openxmlformats.org/officeDocument/2006/relationships/image" Target="../media/image41.png"/><Relationship Id="rId10" Type="http://schemas.openxmlformats.org/officeDocument/2006/relationships/image" Target="../media/image45.svg"/><Relationship Id="rId4" Type="http://schemas.openxmlformats.org/officeDocument/2006/relationships/image" Target="../media/image40.svg"/><Relationship Id="rId9" Type="http://schemas.openxmlformats.org/officeDocument/2006/relationships/image" Target="../media/image30.png"/></Relationships>
</file>

<file path=ppt/diagrams/_rels/data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svg"/><Relationship Id="rId3" Type="http://schemas.openxmlformats.org/officeDocument/2006/relationships/image" Target="../media/image48.png"/><Relationship Id="rId7" Type="http://schemas.openxmlformats.org/officeDocument/2006/relationships/image" Target="../media/image52.png"/><Relationship Id="rId2" Type="http://schemas.openxmlformats.org/officeDocument/2006/relationships/image" Target="../media/image47.svg"/><Relationship Id="rId1" Type="http://schemas.openxmlformats.org/officeDocument/2006/relationships/image" Target="../media/image46.png"/><Relationship Id="rId6" Type="http://schemas.openxmlformats.org/officeDocument/2006/relationships/image" Target="../media/image51.svg"/><Relationship Id="rId5" Type="http://schemas.openxmlformats.org/officeDocument/2006/relationships/image" Target="../media/image50.png"/><Relationship Id="rId4" Type="http://schemas.openxmlformats.org/officeDocument/2006/relationships/image" Target="../media/image49.svg"/></Relationships>
</file>

<file path=ppt/diagrams/_rels/data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svg"/><Relationship Id="rId3" Type="http://schemas.openxmlformats.org/officeDocument/2006/relationships/image" Target="../media/image56.png"/><Relationship Id="rId7" Type="http://schemas.openxmlformats.org/officeDocument/2006/relationships/image" Target="../media/image34.png"/><Relationship Id="rId2" Type="http://schemas.openxmlformats.org/officeDocument/2006/relationships/image" Target="../media/image55.svg"/><Relationship Id="rId1" Type="http://schemas.openxmlformats.org/officeDocument/2006/relationships/image" Target="../media/image54.png"/><Relationship Id="rId6" Type="http://schemas.openxmlformats.org/officeDocument/2006/relationships/image" Target="../media/image59.svg"/><Relationship Id="rId5" Type="http://schemas.openxmlformats.org/officeDocument/2006/relationships/image" Target="../media/image58.png"/><Relationship Id="rId4" Type="http://schemas.openxmlformats.org/officeDocument/2006/relationships/image" Target="../media/image57.svg"/></Relationships>
</file>

<file path=ppt/diagrams/_rels/data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5.svg"/><Relationship Id="rId3" Type="http://schemas.openxmlformats.org/officeDocument/2006/relationships/image" Target="../media/image62.png"/><Relationship Id="rId7" Type="http://schemas.openxmlformats.org/officeDocument/2006/relationships/image" Target="../media/image64.png"/><Relationship Id="rId2" Type="http://schemas.openxmlformats.org/officeDocument/2006/relationships/image" Target="../media/image61.svg"/><Relationship Id="rId1" Type="http://schemas.openxmlformats.org/officeDocument/2006/relationships/image" Target="../media/image60.png"/><Relationship Id="rId6" Type="http://schemas.openxmlformats.org/officeDocument/2006/relationships/image" Target="../media/image35.svg"/><Relationship Id="rId5" Type="http://schemas.openxmlformats.org/officeDocument/2006/relationships/image" Target="../media/image34.png"/><Relationship Id="rId4" Type="http://schemas.openxmlformats.org/officeDocument/2006/relationships/image" Target="../media/image63.svg"/></Relationships>
</file>

<file path=ppt/diagrams/_rels/data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1.svg"/><Relationship Id="rId3" Type="http://schemas.openxmlformats.org/officeDocument/2006/relationships/image" Target="../media/image68.png"/><Relationship Id="rId7" Type="http://schemas.openxmlformats.org/officeDocument/2006/relationships/image" Target="../media/image70.png"/><Relationship Id="rId2" Type="http://schemas.openxmlformats.org/officeDocument/2006/relationships/image" Target="../media/image67.svg"/><Relationship Id="rId1" Type="http://schemas.openxmlformats.org/officeDocument/2006/relationships/image" Target="../media/image66.png"/><Relationship Id="rId6" Type="http://schemas.openxmlformats.org/officeDocument/2006/relationships/image" Target="../media/image27.svg"/><Relationship Id="rId5" Type="http://schemas.openxmlformats.org/officeDocument/2006/relationships/image" Target="../media/image26.png"/><Relationship Id="rId10" Type="http://schemas.openxmlformats.org/officeDocument/2006/relationships/image" Target="../media/image73.svg"/><Relationship Id="rId4" Type="http://schemas.openxmlformats.org/officeDocument/2006/relationships/image" Target="../media/image69.svg"/><Relationship Id="rId9" Type="http://schemas.openxmlformats.org/officeDocument/2006/relationships/image" Target="../media/image72.png"/></Relationships>
</file>

<file path=ppt/diagrams/_rels/data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9.svg"/><Relationship Id="rId3" Type="http://schemas.openxmlformats.org/officeDocument/2006/relationships/image" Target="../media/image41.png"/><Relationship Id="rId7" Type="http://schemas.openxmlformats.org/officeDocument/2006/relationships/image" Target="../media/image78.png"/><Relationship Id="rId2" Type="http://schemas.openxmlformats.org/officeDocument/2006/relationships/image" Target="../media/image75.svg"/><Relationship Id="rId1" Type="http://schemas.openxmlformats.org/officeDocument/2006/relationships/image" Target="../media/image74.png"/><Relationship Id="rId6" Type="http://schemas.openxmlformats.org/officeDocument/2006/relationships/image" Target="../media/image77.svg"/><Relationship Id="rId5" Type="http://schemas.openxmlformats.org/officeDocument/2006/relationships/image" Target="../media/image76.png"/><Relationship Id="rId4" Type="http://schemas.openxmlformats.org/officeDocument/2006/relationships/image" Target="../media/image42.svg"/></Relationships>
</file>

<file path=ppt/diagrams/_rels/data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7.svg"/><Relationship Id="rId3" Type="http://schemas.openxmlformats.org/officeDocument/2006/relationships/image" Target="../media/image82.png"/><Relationship Id="rId7" Type="http://schemas.openxmlformats.org/officeDocument/2006/relationships/image" Target="../media/image86.png"/><Relationship Id="rId2" Type="http://schemas.openxmlformats.org/officeDocument/2006/relationships/image" Target="../media/image81.svg"/><Relationship Id="rId1" Type="http://schemas.openxmlformats.org/officeDocument/2006/relationships/image" Target="../media/image80.png"/><Relationship Id="rId6" Type="http://schemas.openxmlformats.org/officeDocument/2006/relationships/image" Target="../media/image85.svg"/><Relationship Id="rId5" Type="http://schemas.openxmlformats.org/officeDocument/2006/relationships/image" Target="../media/image84.png"/><Relationship Id="rId10" Type="http://schemas.openxmlformats.org/officeDocument/2006/relationships/image" Target="../media/image89.svg"/><Relationship Id="rId4" Type="http://schemas.openxmlformats.org/officeDocument/2006/relationships/image" Target="../media/image83.svg"/><Relationship Id="rId9" Type="http://schemas.openxmlformats.org/officeDocument/2006/relationships/image" Target="../media/image88.png"/></Relationships>
</file>

<file path=ppt/diagrams/_rels/data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7.svg"/><Relationship Id="rId3" Type="http://schemas.openxmlformats.org/officeDocument/2006/relationships/image" Target="../media/image92.png"/><Relationship Id="rId7" Type="http://schemas.openxmlformats.org/officeDocument/2006/relationships/image" Target="../media/image96.png"/><Relationship Id="rId2" Type="http://schemas.openxmlformats.org/officeDocument/2006/relationships/image" Target="../media/image91.svg"/><Relationship Id="rId1" Type="http://schemas.openxmlformats.org/officeDocument/2006/relationships/image" Target="../media/image90.png"/><Relationship Id="rId6" Type="http://schemas.openxmlformats.org/officeDocument/2006/relationships/image" Target="../media/image95.svg"/><Relationship Id="rId5" Type="http://schemas.openxmlformats.org/officeDocument/2006/relationships/image" Target="../media/image94.png"/><Relationship Id="rId4" Type="http://schemas.openxmlformats.org/officeDocument/2006/relationships/image" Target="../media/image93.svg"/></Relationships>
</file>

<file path=ppt/diagrams/_rels/data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9.svg"/><Relationship Id="rId2" Type="http://schemas.openxmlformats.org/officeDocument/2006/relationships/image" Target="../media/image98.png"/><Relationship Id="rId1" Type="http://schemas.openxmlformats.org/officeDocument/2006/relationships/hyperlink" Target="https://www.ibm.com/new/announcements/ibm-project-bob" TargetMode="External"/><Relationship Id="rId5" Type="http://schemas.openxmlformats.org/officeDocument/2006/relationships/image" Target="../media/image101.svg"/><Relationship Id="rId4" Type="http://schemas.openxmlformats.org/officeDocument/2006/relationships/image" Target="../media/image100.pn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sv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11.svg"/><Relationship Id="rId1" Type="http://schemas.openxmlformats.org/officeDocument/2006/relationships/image" Target="../media/image10.png"/><Relationship Id="rId6" Type="http://schemas.openxmlformats.org/officeDocument/2006/relationships/image" Target="../media/image15.svg"/><Relationship Id="rId5" Type="http://schemas.openxmlformats.org/officeDocument/2006/relationships/image" Target="../media/image14.png"/><Relationship Id="rId4" Type="http://schemas.openxmlformats.org/officeDocument/2006/relationships/image" Target="../media/image13.svg"/></Relationships>
</file>

<file path=ppt/diagrams/_rels/drawing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svg"/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image" Target="../media/image19.svg"/><Relationship Id="rId1" Type="http://schemas.openxmlformats.org/officeDocument/2006/relationships/image" Target="../media/image18.png"/><Relationship Id="rId6" Type="http://schemas.openxmlformats.org/officeDocument/2006/relationships/image" Target="../media/image23.svg"/><Relationship Id="rId5" Type="http://schemas.openxmlformats.org/officeDocument/2006/relationships/image" Target="../media/image22.png"/><Relationship Id="rId4" Type="http://schemas.openxmlformats.org/officeDocument/2006/relationships/image" Target="../media/image21.svg"/></Relationships>
</file>

<file path=ppt/diagrams/_rels/drawing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svg"/><Relationship Id="rId3" Type="http://schemas.openxmlformats.org/officeDocument/2006/relationships/image" Target="../media/image28.png"/><Relationship Id="rId7" Type="http://schemas.openxmlformats.org/officeDocument/2006/relationships/image" Target="../media/image32.png"/><Relationship Id="rId12" Type="http://schemas.openxmlformats.org/officeDocument/2006/relationships/image" Target="../media/image37.svg"/><Relationship Id="rId2" Type="http://schemas.openxmlformats.org/officeDocument/2006/relationships/image" Target="../media/image27.svg"/><Relationship Id="rId1" Type="http://schemas.openxmlformats.org/officeDocument/2006/relationships/image" Target="../media/image26.png"/><Relationship Id="rId6" Type="http://schemas.openxmlformats.org/officeDocument/2006/relationships/image" Target="../media/image31.svg"/><Relationship Id="rId11" Type="http://schemas.openxmlformats.org/officeDocument/2006/relationships/image" Target="../media/image36.png"/><Relationship Id="rId5" Type="http://schemas.openxmlformats.org/officeDocument/2006/relationships/image" Target="../media/image30.png"/><Relationship Id="rId10" Type="http://schemas.openxmlformats.org/officeDocument/2006/relationships/image" Target="../media/image35.svg"/><Relationship Id="rId4" Type="http://schemas.openxmlformats.org/officeDocument/2006/relationships/image" Target="../media/image29.svg"/><Relationship Id="rId9" Type="http://schemas.openxmlformats.org/officeDocument/2006/relationships/image" Target="../media/image34.png"/></Relationships>
</file>

<file path=ppt/diagrams/_rels/drawing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svg"/><Relationship Id="rId3" Type="http://schemas.openxmlformats.org/officeDocument/2006/relationships/image" Target="../media/image34.png"/><Relationship Id="rId7" Type="http://schemas.openxmlformats.org/officeDocument/2006/relationships/image" Target="../media/image43.png"/><Relationship Id="rId2" Type="http://schemas.openxmlformats.org/officeDocument/2006/relationships/image" Target="../media/image39.svg"/><Relationship Id="rId1" Type="http://schemas.openxmlformats.org/officeDocument/2006/relationships/image" Target="../media/image38.png"/><Relationship Id="rId6" Type="http://schemas.openxmlformats.org/officeDocument/2006/relationships/image" Target="../media/image42.svg"/><Relationship Id="rId5" Type="http://schemas.openxmlformats.org/officeDocument/2006/relationships/image" Target="../media/image41.png"/><Relationship Id="rId10" Type="http://schemas.openxmlformats.org/officeDocument/2006/relationships/image" Target="../media/image45.svg"/><Relationship Id="rId4" Type="http://schemas.openxmlformats.org/officeDocument/2006/relationships/image" Target="../media/image40.svg"/><Relationship Id="rId9" Type="http://schemas.openxmlformats.org/officeDocument/2006/relationships/image" Target="../media/image30.png"/></Relationships>
</file>

<file path=ppt/diagrams/_rels/drawing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svg"/><Relationship Id="rId3" Type="http://schemas.openxmlformats.org/officeDocument/2006/relationships/image" Target="../media/image48.png"/><Relationship Id="rId7" Type="http://schemas.openxmlformats.org/officeDocument/2006/relationships/image" Target="../media/image52.png"/><Relationship Id="rId2" Type="http://schemas.openxmlformats.org/officeDocument/2006/relationships/image" Target="../media/image47.svg"/><Relationship Id="rId1" Type="http://schemas.openxmlformats.org/officeDocument/2006/relationships/image" Target="../media/image46.png"/><Relationship Id="rId6" Type="http://schemas.openxmlformats.org/officeDocument/2006/relationships/image" Target="../media/image51.svg"/><Relationship Id="rId5" Type="http://schemas.openxmlformats.org/officeDocument/2006/relationships/image" Target="../media/image50.png"/><Relationship Id="rId4" Type="http://schemas.openxmlformats.org/officeDocument/2006/relationships/image" Target="../media/image49.svg"/></Relationships>
</file>

<file path=ppt/diagrams/_rels/drawing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svg"/><Relationship Id="rId3" Type="http://schemas.openxmlformats.org/officeDocument/2006/relationships/image" Target="../media/image56.png"/><Relationship Id="rId7" Type="http://schemas.openxmlformats.org/officeDocument/2006/relationships/image" Target="../media/image34.png"/><Relationship Id="rId2" Type="http://schemas.openxmlformats.org/officeDocument/2006/relationships/image" Target="../media/image55.svg"/><Relationship Id="rId1" Type="http://schemas.openxmlformats.org/officeDocument/2006/relationships/image" Target="../media/image54.png"/><Relationship Id="rId6" Type="http://schemas.openxmlformats.org/officeDocument/2006/relationships/image" Target="../media/image59.svg"/><Relationship Id="rId5" Type="http://schemas.openxmlformats.org/officeDocument/2006/relationships/image" Target="../media/image58.png"/><Relationship Id="rId4" Type="http://schemas.openxmlformats.org/officeDocument/2006/relationships/image" Target="../media/image57.svg"/></Relationships>
</file>

<file path=ppt/diagrams/_rels/drawing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5.svg"/><Relationship Id="rId3" Type="http://schemas.openxmlformats.org/officeDocument/2006/relationships/image" Target="../media/image62.png"/><Relationship Id="rId7" Type="http://schemas.openxmlformats.org/officeDocument/2006/relationships/image" Target="../media/image64.png"/><Relationship Id="rId2" Type="http://schemas.openxmlformats.org/officeDocument/2006/relationships/image" Target="../media/image61.svg"/><Relationship Id="rId1" Type="http://schemas.openxmlformats.org/officeDocument/2006/relationships/image" Target="../media/image60.png"/><Relationship Id="rId6" Type="http://schemas.openxmlformats.org/officeDocument/2006/relationships/image" Target="../media/image35.svg"/><Relationship Id="rId5" Type="http://schemas.openxmlformats.org/officeDocument/2006/relationships/image" Target="../media/image34.png"/><Relationship Id="rId4" Type="http://schemas.openxmlformats.org/officeDocument/2006/relationships/image" Target="../media/image63.svg"/></Relationships>
</file>

<file path=ppt/diagrams/_rels/drawing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1.svg"/><Relationship Id="rId3" Type="http://schemas.openxmlformats.org/officeDocument/2006/relationships/image" Target="../media/image68.png"/><Relationship Id="rId7" Type="http://schemas.openxmlformats.org/officeDocument/2006/relationships/image" Target="../media/image70.png"/><Relationship Id="rId2" Type="http://schemas.openxmlformats.org/officeDocument/2006/relationships/image" Target="../media/image67.svg"/><Relationship Id="rId1" Type="http://schemas.openxmlformats.org/officeDocument/2006/relationships/image" Target="../media/image66.png"/><Relationship Id="rId6" Type="http://schemas.openxmlformats.org/officeDocument/2006/relationships/image" Target="../media/image27.svg"/><Relationship Id="rId5" Type="http://schemas.openxmlformats.org/officeDocument/2006/relationships/image" Target="../media/image26.png"/><Relationship Id="rId10" Type="http://schemas.openxmlformats.org/officeDocument/2006/relationships/image" Target="../media/image73.svg"/><Relationship Id="rId4" Type="http://schemas.openxmlformats.org/officeDocument/2006/relationships/image" Target="../media/image69.svg"/><Relationship Id="rId9" Type="http://schemas.openxmlformats.org/officeDocument/2006/relationships/image" Target="../media/image72.png"/></Relationships>
</file>

<file path=ppt/diagrams/_rels/drawing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9.svg"/><Relationship Id="rId3" Type="http://schemas.openxmlformats.org/officeDocument/2006/relationships/image" Target="../media/image41.png"/><Relationship Id="rId7" Type="http://schemas.openxmlformats.org/officeDocument/2006/relationships/image" Target="../media/image78.png"/><Relationship Id="rId2" Type="http://schemas.openxmlformats.org/officeDocument/2006/relationships/image" Target="../media/image75.svg"/><Relationship Id="rId1" Type="http://schemas.openxmlformats.org/officeDocument/2006/relationships/image" Target="../media/image74.png"/><Relationship Id="rId6" Type="http://schemas.openxmlformats.org/officeDocument/2006/relationships/image" Target="../media/image77.svg"/><Relationship Id="rId5" Type="http://schemas.openxmlformats.org/officeDocument/2006/relationships/image" Target="../media/image76.png"/><Relationship Id="rId4" Type="http://schemas.openxmlformats.org/officeDocument/2006/relationships/image" Target="../media/image42.svg"/></Relationships>
</file>

<file path=ppt/diagrams/_rels/drawing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7.svg"/><Relationship Id="rId3" Type="http://schemas.openxmlformats.org/officeDocument/2006/relationships/image" Target="../media/image82.png"/><Relationship Id="rId7" Type="http://schemas.openxmlformats.org/officeDocument/2006/relationships/image" Target="../media/image86.png"/><Relationship Id="rId2" Type="http://schemas.openxmlformats.org/officeDocument/2006/relationships/image" Target="../media/image81.svg"/><Relationship Id="rId1" Type="http://schemas.openxmlformats.org/officeDocument/2006/relationships/image" Target="../media/image80.png"/><Relationship Id="rId6" Type="http://schemas.openxmlformats.org/officeDocument/2006/relationships/image" Target="../media/image85.svg"/><Relationship Id="rId5" Type="http://schemas.openxmlformats.org/officeDocument/2006/relationships/image" Target="../media/image84.png"/><Relationship Id="rId10" Type="http://schemas.openxmlformats.org/officeDocument/2006/relationships/image" Target="../media/image89.svg"/><Relationship Id="rId4" Type="http://schemas.openxmlformats.org/officeDocument/2006/relationships/image" Target="../media/image83.svg"/><Relationship Id="rId9" Type="http://schemas.openxmlformats.org/officeDocument/2006/relationships/image" Target="../media/image88.png"/></Relationships>
</file>

<file path=ppt/diagrams/_rels/drawing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7.svg"/><Relationship Id="rId3" Type="http://schemas.openxmlformats.org/officeDocument/2006/relationships/image" Target="../media/image92.png"/><Relationship Id="rId7" Type="http://schemas.openxmlformats.org/officeDocument/2006/relationships/image" Target="../media/image96.png"/><Relationship Id="rId2" Type="http://schemas.openxmlformats.org/officeDocument/2006/relationships/image" Target="../media/image91.svg"/><Relationship Id="rId1" Type="http://schemas.openxmlformats.org/officeDocument/2006/relationships/image" Target="../media/image90.png"/><Relationship Id="rId6" Type="http://schemas.openxmlformats.org/officeDocument/2006/relationships/image" Target="../media/image95.svg"/><Relationship Id="rId5" Type="http://schemas.openxmlformats.org/officeDocument/2006/relationships/image" Target="../media/image94.png"/><Relationship Id="rId4" Type="http://schemas.openxmlformats.org/officeDocument/2006/relationships/image" Target="../media/image93.svg"/></Relationships>
</file>

<file path=ppt/diagrams/_rels/drawing1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ibm.com/new/announcements/ibm-project-bob" TargetMode="External"/><Relationship Id="rId2" Type="http://schemas.openxmlformats.org/officeDocument/2006/relationships/image" Target="../media/image99.svg"/><Relationship Id="rId1" Type="http://schemas.openxmlformats.org/officeDocument/2006/relationships/image" Target="../media/image98.png"/><Relationship Id="rId5" Type="http://schemas.openxmlformats.org/officeDocument/2006/relationships/image" Target="../media/image101.svg"/><Relationship Id="rId4" Type="http://schemas.openxmlformats.org/officeDocument/2006/relationships/image" Target="../media/image100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18/5/colors/Iconchunking_colored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accent2">
        <a:alpha val="0"/>
      </a:schemeClr>
    </dgm:fillClrLst>
    <dgm:linClrLst meth="repeat">
      <a:schemeClr val="accent2">
        <a:alpha val="0"/>
      </a:schemeClr>
    </dgm:linClrLst>
    <dgm:effectClrLst/>
    <dgm:txLinClrLst/>
    <dgm:txFillClrLst meth="repeat">
      <a:schemeClr val="accent2"/>
      <a:schemeClr val="accent3"/>
      <a:schemeClr val="accent4"/>
      <a:schemeClr val="accent5"/>
      <a:schemeClr val="accent6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18/5/colors/Iconchunking_colored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accent2">
        <a:alpha val="0"/>
      </a:schemeClr>
    </dgm:fillClrLst>
    <dgm:linClrLst meth="repeat">
      <a:schemeClr val="accent2">
        <a:alpha val="0"/>
      </a:schemeClr>
    </dgm:linClrLst>
    <dgm:effectClrLst/>
    <dgm:txLinClrLst/>
    <dgm:txFillClrLst meth="repeat">
      <a:schemeClr val="accent2"/>
      <a:schemeClr val="accent3"/>
      <a:schemeClr val="accent4"/>
      <a:schemeClr val="accent5"/>
      <a:schemeClr val="accent6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18/5/colors/Iconchunking_colored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accent2">
        <a:alpha val="0"/>
      </a:schemeClr>
    </dgm:fillClrLst>
    <dgm:linClrLst meth="repeat">
      <a:schemeClr val="accent2">
        <a:alpha val="0"/>
      </a:schemeClr>
    </dgm:linClrLst>
    <dgm:effectClrLst/>
    <dgm:txLinClrLst/>
    <dgm:txFillClrLst meth="repeat">
      <a:schemeClr val="accent2"/>
      <a:schemeClr val="accent3"/>
      <a:schemeClr val="accent4"/>
      <a:schemeClr val="accent5"/>
      <a:schemeClr val="accent6"/>
    </dgm:txFillClrLst>
    <dgm:txEffectClrLst/>
  </dgm:styleLbl>
</dgm:colorsDef>
</file>

<file path=ppt/diagrams/colors13.xml><?xml version="1.0" encoding="utf-8"?>
<dgm:colorsDef xmlns:dgm="http://schemas.openxmlformats.org/drawingml/2006/diagram" xmlns:a="http://schemas.openxmlformats.org/drawingml/2006/main" uniqueId="urn:microsoft.com/office/officeart/2018/5/colors/Iconchunking_colored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accent2">
        <a:alpha val="0"/>
      </a:schemeClr>
    </dgm:fillClrLst>
    <dgm:linClrLst meth="repeat">
      <a:schemeClr val="accent2">
        <a:alpha val="0"/>
      </a:schemeClr>
    </dgm:linClrLst>
    <dgm:effectClrLst/>
    <dgm:txLinClrLst/>
    <dgm:txFillClrLst meth="repeat">
      <a:schemeClr val="accent2"/>
      <a:schemeClr val="accent3"/>
      <a:schemeClr val="accent4"/>
      <a:schemeClr val="accent5"/>
      <a:schemeClr val="accent6"/>
    </dgm:txFillClrLst>
    <dgm:txEffectClrLst/>
  </dgm:styleLbl>
</dgm:colorsDef>
</file>

<file path=ppt/diagrams/colors14.xml><?xml version="1.0" encoding="utf-8"?>
<dgm:colorsDef xmlns:dgm="http://schemas.openxmlformats.org/drawingml/2006/diagram" xmlns:a="http://schemas.openxmlformats.org/drawingml/2006/main" uniqueId="urn:microsoft.com/office/officeart/2018/5/colors/Iconchunking_colored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accent2">
        <a:alpha val="0"/>
      </a:schemeClr>
    </dgm:fillClrLst>
    <dgm:linClrLst meth="repeat">
      <a:schemeClr val="accent2">
        <a:alpha val="0"/>
      </a:schemeClr>
    </dgm:linClrLst>
    <dgm:effectClrLst/>
    <dgm:txLinClrLst/>
    <dgm:txFillClrLst meth="repeat">
      <a:schemeClr val="accent2"/>
      <a:schemeClr val="accent3"/>
      <a:schemeClr val="accent4"/>
      <a:schemeClr val="accent5"/>
      <a:schemeClr val="accent6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13623AB-8ADF-4DCC-B104-9CAD1D75FB5A}" type="doc">
      <dgm:prSet loTypeId="urn:microsoft.com/office/officeart/2018/2/layout/IconCircle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E75A0FA4-FCF6-4238-B48F-92A0C184FF1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Growing need for AI-assisted software development</a:t>
          </a:r>
        </a:p>
      </dgm:t>
    </dgm:pt>
    <dgm:pt modelId="{C69ECC33-7F60-408B-9C5E-7C209F38650D}" type="parTrans" cxnId="{345A549D-E561-4306-BD3B-4FCEA818A1FA}">
      <dgm:prSet/>
      <dgm:spPr/>
      <dgm:t>
        <a:bodyPr/>
        <a:lstStyle/>
        <a:p>
          <a:endParaRPr lang="en-US"/>
        </a:p>
      </dgm:t>
    </dgm:pt>
    <dgm:pt modelId="{154CA6ED-1D80-4DA8-8F67-67A9F7763F0E}" type="sibTrans" cxnId="{345A549D-E561-4306-BD3B-4FCEA818A1FA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0237709F-A7AE-4080-99BC-D3302BAD4F4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Enterprises face challenges in security, data integration, and governance</a:t>
          </a:r>
        </a:p>
      </dgm:t>
    </dgm:pt>
    <dgm:pt modelId="{263F5D98-5ADF-4DFF-9F0E-76E6C15D35C1}" type="parTrans" cxnId="{B4374B21-B77E-4442-A766-F465CDABA63E}">
      <dgm:prSet/>
      <dgm:spPr/>
      <dgm:t>
        <a:bodyPr/>
        <a:lstStyle/>
        <a:p>
          <a:endParaRPr lang="en-US"/>
        </a:p>
      </dgm:t>
    </dgm:pt>
    <dgm:pt modelId="{F762E747-9BC8-47C8-B349-D4FF9DAF2A82}" type="sibTrans" cxnId="{B4374B21-B77E-4442-A766-F465CDABA63E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8C3A1997-C82B-4BE9-ACC8-8A424D32571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Modernization of legacy systems remains a major obstacle</a:t>
          </a:r>
        </a:p>
      </dgm:t>
    </dgm:pt>
    <dgm:pt modelId="{42D67AF8-9E91-4E70-A5F5-71AD459C4B7E}" type="parTrans" cxnId="{E0C71AEF-3E4F-4CBD-BF6D-118F6587EEE7}">
      <dgm:prSet/>
      <dgm:spPr/>
      <dgm:t>
        <a:bodyPr/>
        <a:lstStyle/>
        <a:p>
          <a:endParaRPr lang="en-US"/>
        </a:p>
      </dgm:t>
    </dgm:pt>
    <dgm:pt modelId="{22FD88B5-4523-444D-BBC2-829C04A04B9C}" type="sibTrans" cxnId="{E0C71AEF-3E4F-4CBD-BF6D-118F6587EEE7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FFB5B8BE-85E9-465B-99A2-64529EE095C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Project Bob aims to bridge prototype-to-production gap</a:t>
          </a:r>
        </a:p>
      </dgm:t>
    </dgm:pt>
    <dgm:pt modelId="{DC560066-2D24-4D85-8508-C454F6958128}" type="parTrans" cxnId="{082FBECF-B158-4141-B060-8E06A2E3DEBE}">
      <dgm:prSet/>
      <dgm:spPr/>
      <dgm:t>
        <a:bodyPr/>
        <a:lstStyle/>
        <a:p>
          <a:endParaRPr lang="en-US"/>
        </a:p>
      </dgm:t>
    </dgm:pt>
    <dgm:pt modelId="{3AC568A5-2601-4154-AD29-00AAADDCB2C5}" type="sibTrans" cxnId="{082FBECF-B158-4141-B060-8E06A2E3DEBE}">
      <dgm:prSet/>
      <dgm:spPr/>
      <dgm:t>
        <a:bodyPr/>
        <a:lstStyle/>
        <a:p>
          <a:endParaRPr lang="en-US"/>
        </a:p>
      </dgm:t>
    </dgm:pt>
    <dgm:pt modelId="{41E26694-B3F6-4D4C-93C0-3E75DD10449E}" type="pres">
      <dgm:prSet presAssocID="{F13623AB-8ADF-4DCC-B104-9CAD1D75FB5A}" presName="root" presStyleCnt="0">
        <dgm:presLayoutVars>
          <dgm:dir/>
          <dgm:resizeHandles val="exact"/>
        </dgm:presLayoutVars>
      </dgm:prSet>
      <dgm:spPr/>
    </dgm:pt>
    <dgm:pt modelId="{5920D414-5744-4CD7-A95E-D82AA6B568C7}" type="pres">
      <dgm:prSet presAssocID="{F13623AB-8ADF-4DCC-B104-9CAD1D75FB5A}" presName="container" presStyleCnt="0">
        <dgm:presLayoutVars>
          <dgm:dir/>
          <dgm:resizeHandles val="exact"/>
        </dgm:presLayoutVars>
      </dgm:prSet>
      <dgm:spPr/>
    </dgm:pt>
    <dgm:pt modelId="{A405D91D-9AFD-4463-8921-901745CEAA74}" type="pres">
      <dgm:prSet presAssocID="{E75A0FA4-FCF6-4238-B48F-92A0C184FF1C}" presName="compNode" presStyleCnt="0"/>
      <dgm:spPr/>
    </dgm:pt>
    <dgm:pt modelId="{D952AEDA-F54B-4438-A2E0-F17D675E5B78}" type="pres">
      <dgm:prSet presAssocID="{E75A0FA4-FCF6-4238-B48F-92A0C184FF1C}" presName="iconBgRect" presStyleLbl="bgShp" presStyleIdx="0" presStyleCnt="4"/>
      <dgm:spPr/>
    </dgm:pt>
    <dgm:pt modelId="{92A3C48E-331E-408D-82FC-2A1C9919F910}" type="pres">
      <dgm:prSet presAssocID="{E75A0FA4-FCF6-4238-B48F-92A0C184FF1C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Robot"/>
        </a:ext>
      </dgm:extLst>
    </dgm:pt>
    <dgm:pt modelId="{872919FA-D89D-4C4B-8767-EFDAE50C6A31}" type="pres">
      <dgm:prSet presAssocID="{E75A0FA4-FCF6-4238-B48F-92A0C184FF1C}" presName="spaceRect" presStyleCnt="0"/>
      <dgm:spPr/>
    </dgm:pt>
    <dgm:pt modelId="{919F59C5-4E94-4D3E-8FF3-1D54EAE3B04B}" type="pres">
      <dgm:prSet presAssocID="{E75A0FA4-FCF6-4238-B48F-92A0C184FF1C}" presName="textRect" presStyleLbl="revTx" presStyleIdx="0" presStyleCnt="4">
        <dgm:presLayoutVars>
          <dgm:chMax val="1"/>
          <dgm:chPref val="1"/>
        </dgm:presLayoutVars>
      </dgm:prSet>
      <dgm:spPr/>
    </dgm:pt>
    <dgm:pt modelId="{6FFC7C02-ABC6-4F31-9F44-9355BB08E46E}" type="pres">
      <dgm:prSet presAssocID="{154CA6ED-1D80-4DA8-8F67-67A9F7763F0E}" presName="sibTrans" presStyleLbl="sibTrans2D1" presStyleIdx="0" presStyleCnt="0"/>
      <dgm:spPr/>
    </dgm:pt>
    <dgm:pt modelId="{03F2F90F-AF5E-402A-9FDF-35BA5516499F}" type="pres">
      <dgm:prSet presAssocID="{0237709F-A7AE-4080-99BC-D3302BAD4F40}" presName="compNode" presStyleCnt="0"/>
      <dgm:spPr/>
    </dgm:pt>
    <dgm:pt modelId="{4DA7A842-A84F-4FC7-8A66-816C088596B3}" type="pres">
      <dgm:prSet presAssocID="{0237709F-A7AE-4080-99BC-D3302BAD4F40}" presName="iconBgRect" presStyleLbl="bgShp" presStyleIdx="1" presStyleCnt="4"/>
      <dgm:spPr/>
    </dgm:pt>
    <dgm:pt modelId="{098838AA-2674-4522-A96A-5E2A138665CC}" type="pres">
      <dgm:prSet presAssocID="{0237709F-A7AE-4080-99BC-D3302BAD4F40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loud Computing"/>
        </a:ext>
      </dgm:extLst>
    </dgm:pt>
    <dgm:pt modelId="{7217806F-A42B-4D8C-BFC7-EEE10DE37105}" type="pres">
      <dgm:prSet presAssocID="{0237709F-A7AE-4080-99BC-D3302BAD4F40}" presName="spaceRect" presStyleCnt="0"/>
      <dgm:spPr/>
    </dgm:pt>
    <dgm:pt modelId="{951DC677-4653-4EF6-822D-E323804A9CFD}" type="pres">
      <dgm:prSet presAssocID="{0237709F-A7AE-4080-99BC-D3302BAD4F40}" presName="textRect" presStyleLbl="revTx" presStyleIdx="1" presStyleCnt="4">
        <dgm:presLayoutVars>
          <dgm:chMax val="1"/>
          <dgm:chPref val="1"/>
        </dgm:presLayoutVars>
      </dgm:prSet>
      <dgm:spPr/>
    </dgm:pt>
    <dgm:pt modelId="{90E41016-9C91-4F7A-AD67-2FEA386A9BF8}" type="pres">
      <dgm:prSet presAssocID="{F762E747-9BC8-47C8-B349-D4FF9DAF2A82}" presName="sibTrans" presStyleLbl="sibTrans2D1" presStyleIdx="0" presStyleCnt="0"/>
      <dgm:spPr/>
    </dgm:pt>
    <dgm:pt modelId="{5CAFC041-2EBB-4827-9E09-6EEE55DC580D}" type="pres">
      <dgm:prSet presAssocID="{8C3A1997-C82B-4BE9-ACC8-8A424D325716}" presName="compNode" presStyleCnt="0"/>
      <dgm:spPr/>
    </dgm:pt>
    <dgm:pt modelId="{F935933D-C532-4C7F-9495-7C42791E8FA9}" type="pres">
      <dgm:prSet presAssocID="{8C3A1997-C82B-4BE9-ACC8-8A424D325716}" presName="iconBgRect" presStyleLbl="bgShp" presStyleIdx="2" presStyleCnt="4"/>
      <dgm:spPr/>
    </dgm:pt>
    <dgm:pt modelId="{6D2B859B-0312-4500-B490-D0A4E2C6F206}" type="pres">
      <dgm:prSet presAssocID="{8C3A1997-C82B-4BE9-ACC8-8A424D325716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omputer"/>
        </a:ext>
      </dgm:extLst>
    </dgm:pt>
    <dgm:pt modelId="{0DE862C7-5E07-439F-B3A8-1414881EB09D}" type="pres">
      <dgm:prSet presAssocID="{8C3A1997-C82B-4BE9-ACC8-8A424D325716}" presName="spaceRect" presStyleCnt="0"/>
      <dgm:spPr/>
    </dgm:pt>
    <dgm:pt modelId="{D6ABD2BD-C13C-491F-AD49-9252FF04D4AB}" type="pres">
      <dgm:prSet presAssocID="{8C3A1997-C82B-4BE9-ACC8-8A424D325716}" presName="textRect" presStyleLbl="revTx" presStyleIdx="2" presStyleCnt="4">
        <dgm:presLayoutVars>
          <dgm:chMax val="1"/>
          <dgm:chPref val="1"/>
        </dgm:presLayoutVars>
      </dgm:prSet>
      <dgm:spPr/>
    </dgm:pt>
    <dgm:pt modelId="{C42661EA-F914-4989-9C44-F6EAAB5C4D67}" type="pres">
      <dgm:prSet presAssocID="{22FD88B5-4523-444D-BBC2-829C04A04B9C}" presName="sibTrans" presStyleLbl="sibTrans2D1" presStyleIdx="0" presStyleCnt="0"/>
      <dgm:spPr/>
    </dgm:pt>
    <dgm:pt modelId="{2209455A-14CC-42A9-92D3-B6B4D5A4547F}" type="pres">
      <dgm:prSet presAssocID="{FFB5B8BE-85E9-465B-99A2-64529EE095C4}" presName="compNode" presStyleCnt="0"/>
      <dgm:spPr/>
    </dgm:pt>
    <dgm:pt modelId="{5AE75E2D-27B5-41EB-932F-E19AED0D4BBF}" type="pres">
      <dgm:prSet presAssocID="{FFB5B8BE-85E9-465B-99A2-64529EE095C4}" presName="iconBgRect" presStyleLbl="bgShp" presStyleIdx="3" presStyleCnt="4"/>
      <dgm:spPr/>
    </dgm:pt>
    <dgm:pt modelId="{2A525589-E940-4C4B-AC6D-550C0001D364}" type="pres">
      <dgm:prSet presAssocID="{FFB5B8BE-85E9-465B-99A2-64529EE095C4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ridge scene"/>
        </a:ext>
      </dgm:extLst>
    </dgm:pt>
    <dgm:pt modelId="{9D882E58-B172-44A6-BF08-2616FA9EF276}" type="pres">
      <dgm:prSet presAssocID="{FFB5B8BE-85E9-465B-99A2-64529EE095C4}" presName="spaceRect" presStyleCnt="0"/>
      <dgm:spPr/>
    </dgm:pt>
    <dgm:pt modelId="{284E4147-CB62-4F09-935B-5ECAD78115C4}" type="pres">
      <dgm:prSet presAssocID="{FFB5B8BE-85E9-465B-99A2-64529EE095C4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E4E7CF03-3E82-4835-B7A4-39F47E2FF9B3}" type="presOf" srcId="{0237709F-A7AE-4080-99BC-D3302BAD4F40}" destId="{951DC677-4653-4EF6-822D-E323804A9CFD}" srcOrd="0" destOrd="0" presId="urn:microsoft.com/office/officeart/2018/2/layout/IconCircleList"/>
    <dgm:cxn modelId="{B4374B21-B77E-4442-A766-F465CDABA63E}" srcId="{F13623AB-8ADF-4DCC-B104-9CAD1D75FB5A}" destId="{0237709F-A7AE-4080-99BC-D3302BAD4F40}" srcOrd="1" destOrd="0" parTransId="{263F5D98-5ADF-4DFF-9F0E-76E6C15D35C1}" sibTransId="{F762E747-9BC8-47C8-B349-D4FF9DAF2A82}"/>
    <dgm:cxn modelId="{6EF02422-1049-4B0B-8941-BA2AE40647CF}" type="presOf" srcId="{22FD88B5-4523-444D-BBC2-829C04A04B9C}" destId="{C42661EA-F914-4989-9C44-F6EAAB5C4D67}" srcOrd="0" destOrd="0" presId="urn:microsoft.com/office/officeart/2018/2/layout/IconCircleList"/>
    <dgm:cxn modelId="{8FBD9423-0DB8-451E-A0AF-18DDE920D700}" type="presOf" srcId="{F762E747-9BC8-47C8-B349-D4FF9DAF2A82}" destId="{90E41016-9C91-4F7A-AD67-2FEA386A9BF8}" srcOrd="0" destOrd="0" presId="urn:microsoft.com/office/officeart/2018/2/layout/IconCircleList"/>
    <dgm:cxn modelId="{2119924E-B9B3-41DA-9A40-04E99DBA83B1}" type="presOf" srcId="{E75A0FA4-FCF6-4238-B48F-92A0C184FF1C}" destId="{919F59C5-4E94-4D3E-8FF3-1D54EAE3B04B}" srcOrd="0" destOrd="0" presId="urn:microsoft.com/office/officeart/2018/2/layout/IconCircleList"/>
    <dgm:cxn modelId="{6CEA8888-92C9-434E-A2DC-06F47901D276}" type="presOf" srcId="{154CA6ED-1D80-4DA8-8F67-67A9F7763F0E}" destId="{6FFC7C02-ABC6-4F31-9F44-9355BB08E46E}" srcOrd="0" destOrd="0" presId="urn:microsoft.com/office/officeart/2018/2/layout/IconCircleList"/>
    <dgm:cxn modelId="{3C8A0D8D-62A7-43F0-AFF7-1B873847CCC1}" type="presOf" srcId="{8C3A1997-C82B-4BE9-ACC8-8A424D325716}" destId="{D6ABD2BD-C13C-491F-AD49-9252FF04D4AB}" srcOrd="0" destOrd="0" presId="urn:microsoft.com/office/officeart/2018/2/layout/IconCircleList"/>
    <dgm:cxn modelId="{4CBE8091-E6DD-406B-AAD9-A889BFE8A93C}" type="presOf" srcId="{FFB5B8BE-85E9-465B-99A2-64529EE095C4}" destId="{284E4147-CB62-4F09-935B-5ECAD78115C4}" srcOrd="0" destOrd="0" presId="urn:microsoft.com/office/officeart/2018/2/layout/IconCircleList"/>
    <dgm:cxn modelId="{345A549D-E561-4306-BD3B-4FCEA818A1FA}" srcId="{F13623AB-8ADF-4DCC-B104-9CAD1D75FB5A}" destId="{E75A0FA4-FCF6-4238-B48F-92A0C184FF1C}" srcOrd="0" destOrd="0" parTransId="{C69ECC33-7F60-408B-9C5E-7C209F38650D}" sibTransId="{154CA6ED-1D80-4DA8-8F67-67A9F7763F0E}"/>
    <dgm:cxn modelId="{082FBECF-B158-4141-B060-8E06A2E3DEBE}" srcId="{F13623AB-8ADF-4DCC-B104-9CAD1D75FB5A}" destId="{FFB5B8BE-85E9-465B-99A2-64529EE095C4}" srcOrd="3" destOrd="0" parTransId="{DC560066-2D24-4D85-8508-C454F6958128}" sibTransId="{3AC568A5-2601-4154-AD29-00AAADDCB2C5}"/>
    <dgm:cxn modelId="{E0C71AEF-3E4F-4CBD-BF6D-118F6587EEE7}" srcId="{F13623AB-8ADF-4DCC-B104-9CAD1D75FB5A}" destId="{8C3A1997-C82B-4BE9-ACC8-8A424D325716}" srcOrd="2" destOrd="0" parTransId="{42D67AF8-9E91-4E70-A5F5-71AD459C4B7E}" sibTransId="{22FD88B5-4523-444D-BBC2-829C04A04B9C}"/>
    <dgm:cxn modelId="{D1C542FF-2B75-422C-A7A0-BC2CC134546E}" type="presOf" srcId="{F13623AB-8ADF-4DCC-B104-9CAD1D75FB5A}" destId="{41E26694-B3F6-4D4C-93C0-3E75DD10449E}" srcOrd="0" destOrd="0" presId="urn:microsoft.com/office/officeart/2018/2/layout/IconCircleList"/>
    <dgm:cxn modelId="{5924E621-160D-4F12-A444-999C65BE2C10}" type="presParOf" srcId="{41E26694-B3F6-4D4C-93C0-3E75DD10449E}" destId="{5920D414-5744-4CD7-A95E-D82AA6B568C7}" srcOrd="0" destOrd="0" presId="urn:microsoft.com/office/officeart/2018/2/layout/IconCircleList"/>
    <dgm:cxn modelId="{3E87D060-B70A-4065-906E-66AD0989119D}" type="presParOf" srcId="{5920D414-5744-4CD7-A95E-D82AA6B568C7}" destId="{A405D91D-9AFD-4463-8921-901745CEAA74}" srcOrd="0" destOrd="0" presId="urn:microsoft.com/office/officeart/2018/2/layout/IconCircleList"/>
    <dgm:cxn modelId="{FC64DFA1-50ED-444C-ABAE-915152984A2E}" type="presParOf" srcId="{A405D91D-9AFD-4463-8921-901745CEAA74}" destId="{D952AEDA-F54B-4438-A2E0-F17D675E5B78}" srcOrd="0" destOrd="0" presId="urn:microsoft.com/office/officeart/2018/2/layout/IconCircleList"/>
    <dgm:cxn modelId="{C05493A6-B7FB-493A-A056-6C092EC3562B}" type="presParOf" srcId="{A405D91D-9AFD-4463-8921-901745CEAA74}" destId="{92A3C48E-331E-408D-82FC-2A1C9919F910}" srcOrd="1" destOrd="0" presId="urn:microsoft.com/office/officeart/2018/2/layout/IconCircleList"/>
    <dgm:cxn modelId="{E0E14312-44F3-4DDB-9B4E-1E32A5116D29}" type="presParOf" srcId="{A405D91D-9AFD-4463-8921-901745CEAA74}" destId="{872919FA-D89D-4C4B-8767-EFDAE50C6A31}" srcOrd="2" destOrd="0" presId="urn:microsoft.com/office/officeart/2018/2/layout/IconCircleList"/>
    <dgm:cxn modelId="{79125224-A7B1-48B0-B5C0-A42A5EE85B8C}" type="presParOf" srcId="{A405D91D-9AFD-4463-8921-901745CEAA74}" destId="{919F59C5-4E94-4D3E-8FF3-1D54EAE3B04B}" srcOrd="3" destOrd="0" presId="urn:microsoft.com/office/officeart/2018/2/layout/IconCircleList"/>
    <dgm:cxn modelId="{54862BD5-780A-4AD3-9CA4-62230CEE6CEC}" type="presParOf" srcId="{5920D414-5744-4CD7-A95E-D82AA6B568C7}" destId="{6FFC7C02-ABC6-4F31-9F44-9355BB08E46E}" srcOrd="1" destOrd="0" presId="urn:microsoft.com/office/officeart/2018/2/layout/IconCircleList"/>
    <dgm:cxn modelId="{83AD3305-9827-49D0-8062-8D5F3C36E058}" type="presParOf" srcId="{5920D414-5744-4CD7-A95E-D82AA6B568C7}" destId="{03F2F90F-AF5E-402A-9FDF-35BA5516499F}" srcOrd="2" destOrd="0" presId="urn:microsoft.com/office/officeart/2018/2/layout/IconCircleList"/>
    <dgm:cxn modelId="{DCD26EA9-2674-4973-AA27-C9A9CB4F7467}" type="presParOf" srcId="{03F2F90F-AF5E-402A-9FDF-35BA5516499F}" destId="{4DA7A842-A84F-4FC7-8A66-816C088596B3}" srcOrd="0" destOrd="0" presId="urn:microsoft.com/office/officeart/2018/2/layout/IconCircleList"/>
    <dgm:cxn modelId="{F51E5D9E-E628-48ED-955C-C967E3C5DEAC}" type="presParOf" srcId="{03F2F90F-AF5E-402A-9FDF-35BA5516499F}" destId="{098838AA-2674-4522-A96A-5E2A138665CC}" srcOrd="1" destOrd="0" presId="urn:microsoft.com/office/officeart/2018/2/layout/IconCircleList"/>
    <dgm:cxn modelId="{FC17FF09-2B24-48A6-931C-042EC65B1584}" type="presParOf" srcId="{03F2F90F-AF5E-402A-9FDF-35BA5516499F}" destId="{7217806F-A42B-4D8C-BFC7-EEE10DE37105}" srcOrd="2" destOrd="0" presId="urn:microsoft.com/office/officeart/2018/2/layout/IconCircleList"/>
    <dgm:cxn modelId="{71CFDB51-2F9D-4444-A6B1-7070AC551099}" type="presParOf" srcId="{03F2F90F-AF5E-402A-9FDF-35BA5516499F}" destId="{951DC677-4653-4EF6-822D-E323804A9CFD}" srcOrd="3" destOrd="0" presId="urn:microsoft.com/office/officeart/2018/2/layout/IconCircleList"/>
    <dgm:cxn modelId="{590E49B2-EFED-4C74-A50A-6C2D8A27573B}" type="presParOf" srcId="{5920D414-5744-4CD7-A95E-D82AA6B568C7}" destId="{90E41016-9C91-4F7A-AD67-2FEA386A9BF8}" srcOrd="3" destOrd="0" presId="urn:microsoft.com/office/officeart/2018/2/layout/IconCircleList"/>
    <dgm:cxn modelId="{CB678B6E-D454-46E8-BBF2-A568C34565C1}" type="presParOf" srcId="{5920D414-5744-4CD7-A95E-D82AA6B568C7}" destId="{5CAFC041-2EBB-4827-9E09-6EEE55DC580D}" srcOrd="4" destOrd="0" presId="urn:microsoft.com/office/officeart/2018/2/layout/IconCircleList"/>
    <dgm:cxn modelId="{492BF8F6-5374-4BEA-9048-A7EEB65EAB86}" type="presParOf" srcId="{5CAFC041-2EBB-4827-9E09-6EEE55DC580D}" destId="{F935933D-C532-4C7F-9495-7C42791E8FA9}" srcOrd="0" destOrd="0" presId="urn:microsoft.com/office/officeart/2018/2/layout/IconCircleList"/>
    <dgm:cxn modelId="{D2E3DB72-5D8F-41C4-869F-A339C2AE051C}" type="presParOf" srcId="{5CAFC041-2EBB-4827-9E09-6EEE55DC580D}" destId="{6D2B859B-0312-4500-B490-D0A4E2C6F206}" srcOrd="1" destOrd="0" presId="urn:microsoft.com/office/officeart/2018/2/layout/IconCircleList"/>
    <dgm:cxn modelId="{80066177-33ED-4117-938D-12FD4E3162F5}" type="presParOf" srcId="{5CAFC041-2EBB-4827-9E09-6EEE55DC580D}" destId="{0DE862C7-5E07-439F-B3A8-1414881EB09D}" srcOrd="2" destOrd="0" presId="urn:microsoft.com/office/officeart/2018/2/layout/IconCircleList"/>
    <dgm:cxn modelId="{ADD969B0-1826-4078-9515-496026CCCE3B}" type="presParOf" srcId="{5CAFC041-2EBB-4827-9E09-6EEE55DC580D}" destId="{D6ABD2BD-C13C-491F-AD49-9252FF04D4AB}" srcOrd="3" destOrd="0" presId="urn:microsoft.com/office/officeart/2018/2/layout/IconCircleList"/>
    <dgm:cxn modelId="{53B8D04B-C361-47E7-B4B1-2CF3586F122F}" type="presParOf" srcId="{5920D414-5744-4CD7-A95E-D82AA6B568C7}" destId="{C42661EA-F914-4989-9C44-F6EAAB5C4D67}" srcOrd="5" destOrd="0" presId="urn:microsoft.com/office/officeart/2018/2/layout/IconCircleList"/>
    <dgm:cxn modelId="{F8F50F07-5F47-459B-8CFE-F05365D3E9E2}" type="presParOf" srcId="{5920D414-5744-4CD7-A95E-D82AA6B568C7}" destId="{2209455A-14CC-42A9-92D3-B6B4D5A4547F}" srcOrd="6" destOrd="0" presId="urn:microsoft.com/office/officeart/2018/2/layout/IconCircleList"/>
    <dgm:cxn modelId="{FB421736-C6B6-482D-A9CA-9169F93CF1F1}" type="presParOf" srcId="{2209455A-14CC-42A9-92D3-B6B4D5A4547F}" destId="{5AE75E2D-27B5-41EB-932F-E19AED0D4BBF}" srcOrd="0" destOrd="0" presId="urn:microsoft.com/office/officeart/2018/2/layout/IconCircleList"/>
    <dgm:cxn modelId="{182C29A1-A4E6-4D26-8A14-3C8F3286F574}" type="presParOf" srcId="{2209455A-14CC-42A9-92D3-B6B4D5A4547F}" destId="{2A525589-E940-4C4B-AC6D-550C0001D364}" srcOrd="1" destOrd="0" presId="urn:microsoft.com/office/officeart/2018/2/layout/IconCircleList"/>
    <dgm:cxn modelId="{DB88F157-B0CA-4F36-868D-563E8A34C164}" type="presParOf" srcId="{2209455A-14CC-42A9-92D3-B6B4D5A4547F}" destId="{9D882E58-B172-44A6-BF08-2616FA9EF276}" srcOrd="2" destOrd="0" presId="urn:microsoft.com/office/officeart/2018/2/layout/IconCircleList"/>
    <dgm:cxn modelId="{0AB29A97-7206-4E5D-9F7B-8B07A1AC9D46}" type="presParOf" srcId="{2209455A-14CC-42A9-92D3-B6B4D5A4547F}" destId="{284E4147-CB62-4F09-935B-5ECAD78115C4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DC4A46FD-0FCC-48A5-AA06-A7FACF93BA9C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9C4F56BA-067E-409D-B58E-6035349DEF3A}">
      <dgm:prSet/>
      <dgm:spPr/>
      <dgm:t>
        <a:bodyPr/>
        <a:lstStyle/>
        <a:p>
          <a:r>
            <a:rPr lang="en-US" dirty="0"/>
            <a:t>IBM unveiled Project Bob at IBM </a:t>
          </a:r>
          <a:r>
            <a:rPr lang="en-US" dirty="0" err="1"/>
            <a:t>TechXchange</a:t>
          </a:r>
          <a:r>
            <a:rPr lang="en-US" dirty="0"/>
            <a:t> 2025</a:t>
          </a:r>
        </a:p>
      </dgm:t>
    </dgm:pt>
    <dgm:pt modelId="{DCD3E1F0-F38A-4D85-A055-B4B7A1DC3A83}" type="parTrans" cxnId="{63E18FC1-8184-49BC-9939-2E49BE0DE8D4}">
      <dgm:prSet/>
      <dgm:spPr/>
      <dgm:t>
        <a:bodyPr/>
        <a:lstStyle/>
        <a:p>
          <a:endParaRPr lang="en-US"/>
        </a:p>
      </dgm:t>
    </dgm:pt>
    <dgm:pt modelId="{1D099651-100D-47F3-A6D2-E7CA916C8BD2}" type="sibTrans" cxnId="{63E18FC1-8184-49BC-9939-2E49BE0DE8D4}">
      <dgm:prSet/>
      <dgm:spPr/>
      <dgm:t>
        <a:bodyPr/>
        <a:lstStyle/>
        <a:p>
          <a:endParaRPr lang="en-US"/>
        </a:p>
      </dgm:t>
    </dgm:pt>
    <dgm:pt modelId="{95E88AE2-8A24-4A47-94D0-66CE979F84F3}">
      <dgm:prSet/>
      <dgm:spPr/>
      <dgm:t>
        <a:bodyPr/>
        <a:lstStyle/>
        <a:p>
          <a:r>
            <a:rPr lang="en-US" dirty="0"/>
            <a:t>Private preview, invitation-only waitlist</a:t>
          </a:r>
        </a:p>
      </dgm:t>
    </dgm:pt>
    <dgm:pt modelId="{F5BDA4AD-D802-445E-8680-B88A28091D7D}" type="parTrans" cxnId="{ED95556F-0D58-4289-BAC0-3E005E5B5FC0}">
      <dgm:prSet/>
      <dgm:spPr/>
      <dgm:t>
        <a:bodyPr/>
        <a:lstStyle/>
        <a:p>
          <a:endParaRPr lang="en-US"/>
        </a:p>
      </dgm:t>
    </dgm:pt>
    <dgm:pt modelId="{D8769BD3-2C5E-4E5F-8D7D-570B022A077D}" type="sibTrans" cxnId="{ED95556F-0D58-4289-BAC0-3E005E5B5FC0}">
      <dgm:prSet/>
      <dgm:spPr/>
      <dgm:t>
        <a:bodyPr/>
        <a:lstStyle/>
        <a:p>
          <a:endParaRPr lang="en-US"/>
        </a:p>
      </dgm:t>
    </dgm:pt>
    <dgm:pt modelId="{C3C73044-497A-43D3-8C88-24F8982883E6}">
      <dgm:prSet/>
      <dgm:spPr/>
      <dgm:t>
        <a:bodyPr/>
        <a:lstStyle/>
        <a:p>
          <a:r>
            <a:rPr lang="en-US" dirty="0"/>
            <a:t>6,000 IBM developers using it internally</a:t>
          </a:r>
        </a:p>
      </dgm:t>
    </dgm:pt>
    <dgm:pt modelId="{E21B3B64-ED8F-4246-A4C8-31BC146ADE58}" type="parTrans" cxnId="{828A53B6-8492-4457-99B2-D3E73C86A572}">
      <dgm:prSet/>
      <dgm:spPr/>
      <dgm:t>
        <a:bodyPr/>
        <a:lstStyle/>
        <a:p>
          <a:endParaRPr lang="en-US"/>
        </a:p>
      </dgm:t>
    </dgm:pt>
    <dgm:pt modelId="{F2EACEB9-8AB5-47C1-8258-695098F51C6C}" type="sibTrans" cxnId="{828A53B6-8492-4457-99B2-D3E73C86A572}">
      <dgm:prSet/>
      <dgm:spPr/>
      <dgm:t>
        <a:bodyPr/>
        <a:lstStyle/>
        <a:p>
          <a:endParaRPr lang="en-US"/>
        </a:p>
      </dgm:t>
    </dgm:pt>
    <dgm:pt modelId="{986723FC-DCCD-4CD7-9E4A-A25777DB6291}">
      <dgm:prSet/>
      <dgm:spPr/>
      <dgm:t>
        <a:bodyPr/>
        <a:lstStyle/>
        <a:p>
          <a:r>
            <a:rPr lang="en-US" dirty="0"/>
            <a:t>Part of broader AI/agentic ecosystem including </a:t>
          </a:r>
          <a:r>
            <a:rPr lang="en-US" dirty="0" err="1"/>
            <a:t>AgentOps</a:t>
          </a:r>
          <a:r>
            <a:rPr lang="en-US" dirty="0"/>
            <a:t> and </a:t>
          </a:r>
          <a:r>
            <a:rPr lang="en-US" dirty="0" err="1"/>
            <a:t>Langflow</a:t>
          </a:r>
          <a:r>
            <a:rPr lang="en-US" dirty="0"/>
            <a:t> integration</a:t>
          </a:r>
        </a:p>
      </dgm:t>
    </dgm:pt>
    <dgm:pt modelId="{19050D8D-0CBA-48C6-9C9E-B0C73597E9B5}" type="parTrans" cxnId="{C2ED43F8-FDF9-4E2B-A816-13AB5A443FE4}">
      <dgm:prSet/>
      <dgm:spPr/>
      <dgm:t>
        <a:bodyPr/>
        <a:lstStyle/>
        <a:p>
          <a:endParaRPr lang="en-US"/>
        </a:p>
      </dgm:t>
    </dgm:pt>
    <dgm:pt modelId="{197EA560-B408-4E24-9166-F807E62BCC2F}" type="sibTrans" cxnId="{C2ED43F8-FDF9-4E2B-A816-13AB5A443FE4}">
      <dgm:prSet/>
      <dgm:spPr/>
      <dgm:t>
        <a:bodyPr/>
        <a:lstStyle/>
        <a:p>
          <a:endParaRPr lang="en-US"/>
        </a:p>
      </dgm:t>
    </dgm:pt>
    <dgm:pt modelId="{F4C9958C-E5C7-43BA-BCBF-C7D8F9BD21B6}" type="pres">
      <dgm:prSet presAssocID="{DC4A46FD-0FCC-48A5-AA06-A7FACF93BA9C}" presName="root" presStyleCnt="0">
        <dgm:presLayoutVars>
          <dgm:dir/>
          <dgm:resizeHandles val="exact"/>
        </dgm:presLayoutVars>
      </dgm:prSet>
      <dgm:spPr/>
    </dgm:pt>
    <dgm:pt modelId="{24A6037E-AF47-4DA3-9AE2-8D69F8399785}" type="pres">
      <dgm:prSet presAssocID="{9C4F56BA-067E-409D-B58E-6035349DEF3A}" presName="compNode" presStyleCnt="0"/>
      <dgm:spPr/>
    </dgm:pt>
    <dgm:pt modelId="{92C4D031-2362-4716-910C-5DDA62C8E541}" type="pres">
      <dgm:prSet presAssocID="{9C4F56BA-067E-409D-B58E-6035349DEF3A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mputer"/>
        </a:ext>
      </dgm:extLst>
    </dgm:pt>
    <dgm:pt modelId="{EC9AEFEE-9C4E-4C16-BCD8-579B14716E2F}" type="pres">
      <dgm:prSet presAssocID="{9C4F56BA-067E-409D-B58E-6035349DEF3A}" presName="spaceRect" presStyleCnt="0"/>
      <dgm:spPr/>
    </dgm:pt>
    <dgm:pt modelId="{8FC6C780-C71C-4321-943B-293BDD62294F}" type="pres">
      <dgm:prSet presAssocID="{9C4F56BA-067E-409D-B58E-6035349DEF3A}" presName="textRect" presStyleLbl="revTx" presStyleIdx="0" presStyleCnt="4">
        <dgm:presLayoutVars>
          <dgm:chMax val="1"/>
          <dgm:chPref val="1"/>
        </dgm:presLayoutVars>
      </dgm:prSet>
      <dgm:spPr/>
    </dgm:pt>
    <dgm:pt modelId="{F6BC4768-12C1-474C-8D81-AA6333DF45A9}" type="pres">
      <dgm:prSet presAssocID="{1D099651-100D-47F3-A6D2-E7CA916C8BD2}" presName="sibTrans" presStyleCnt="0"/>
      <dgm:spPr/>
    </dgm:pt>
    <dgm:pt modelId="{A4575DDF-C378-4382-9860-C129C302AE32}" type="pres">
      <dgm:prSet presAssocID="{95E88AE2-8A24-4A47-94D0-66CE979F84F3}" presName="compNode" presStyleCnt="0"/>
      <dgm:spPr/>
    </dgm:pt>
    <dgm:pt modelId="{99519F10-B0C6-47BB-B556-49D7AF8B857D}" type="pres">
      <dgm:prSet presAssocID="{95E88AE2-8A24-4A47-94D0-66CE979F84F3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odcast"/>
        </a:ext>
      </dgm:extLst>
    </dgm:pt>
    <dgm:pt modelId="{4C09A4B1-8E26-4BDD-BC96-AC70B89BF143}" type="pres">
      <dgm:prSet presAssocID="{95E88AE2-8A24-4A47-94D0-66CE979F84F3}" presName="spaceRect" presStyleCnt="0"/>
      <dgm:spPr/>
    </dgm:pt>
    <dgm:pt modelId="{0A263B31-1D66-4C6E-903A-D35CDE1A23A5}" type="pres">
      <dgm:prSet presAssocID="{95E88AE2-8A24-4A47-94D0-66CE979F84F3}" presName="textRect" presStyleLbl="revTx" presStyleIdx="1" presStyleCnt="4">
        <dgm:presLayoutVars>
          <dgm:chMax val="1"/>
          <dgm:chPref val="1"/>
        </dgm:presLayoutVars>
      </dgm:prSet>
      <dgm:spPr/>
    </dgm:pt>
    <dgm:pt modelId="{A654E45A-8D69-4C51-B2AA-E3F7AA5E1204}" type="pres">
      <dgm:prSet presAssocID="{D8769BD3-2C5E-4E5F-8D7D-570B022A077D}" presName="sibTrans" presStyleCnt="0"/>
      <dgm:spPr/>
    </dgm:pt>
    <dgm:pt modelId="{715D7560-F1F4-4D28-B3A3-2A3FB88AE662}" type="pres">
      <dgm:prSet presAssocID="{C3C73044-497A-43D3-8C88-24F8982883E6}" presName="compNode" presStyleCnt="0"/>
      <dgm:spPr/>
    </dgm:pt>
    <dgm:pt modelId="{F38D38A1-44BE-4132-9853-346E75682BBA}" type="pres">
      <dgm:prSet presAssocID="{C3C73044-497A-43D3-8C88-24F8982883E6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ers"/>
        </a:ext>
      </dgm:extLst>
    </dgm:pt>
    <dgm:pt modelId="{0155DE90-9696-4F73-944A-6277CF5C558F}" type="pres">
      <dgm:prSet presAssocID="{C3C73044-497A-43D3-8C88-24F8982883E6}" presName="spaceRect" presStyleCnt="0"/>
      <dgm:spPr/>
    </dgm:pt>
    <dgm:pt modelId="{514C56C6-C885-4053-9C60-0E02F7F20B45}" type="pres">
      <dgm:prSet presAssocID="{C3C73044-497A-43D3-8C88-24F8982883E6}" presName="textRect" presStyleLbl="revTx" presStyleIdx="2" presStyleCnt="4">
        <dgm:presLayoutVars>
          <dgm:chMax val="1"/>
          <dgm:chPref val="1"/>
        </dgm:presLayoutVars>
      </dgm:prSet>
      <dgm:spPr/>
    </dgm:pt>
    <dgm:pt modelId="{9FCCA33A-26B3-4D7D-9B6B-BB918644203A}" type="pres">
      <dgm:prSet presAssocID="{F2EACEB9-8AB5-47C1-8258-695098F51C6C}" presName="sibTrans" presStyleCnt="0"/>
      <dgm:spPr/>
    </dgm:pt>
    <dgm:pt modelId="{7008FEEF-89B8-497B-A8AF-7D464EA57B28}" type="pres">
      <dgm:prSet presAssocID="{986723FC-DCCD-4CD7-9E4A-A25777DB6291}" presName="compNode" presStyleCnt="0"/>
      <dgm:spPr/>
    </dgm:pt>
    <dgm:pt modelId="{A30CE0B0-D1A1-4BD4-AA43-87393CCB1039}" type="pres">
      <dgm:prSet presAssocID="{986723FC-DCCD-4CD7-9E4A-A25777DB6291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ze"/>
        </a:ext>
      </dgm:extLst>
    </dgm:pt>
    <dgm:pt modelId="{CE7C8245-9859-4D23-ABF8-D61235774938}" type="pres">
      <dgm:prSet presAssocID="{986723FC-DCCD-4CD7-9E4A-A25777DB6291}" presName="spaceRect" presStyleCnt="0"/>
      <dgm:spPr/>
    </dgm:pt>
    <dgm:pt modelId="{72EB4AD5-E727-4022-87DB-015D6480E4A6}" type="pres">
      <dgm:prSet presAssocID="{986723FC-DCCD-4CD7-9E4A-A25777DB6291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4D41F90A-EF39-43F2-BC26-0DCCABC1FB06}" type="presOf" srcId="{986723FC-DCCD-4CD7-9E4A-A25777DB6291}" destId="{72EB4AD5-E727-4022-87DB-015D6480E4A6}" srcOrd="0" destOrd="0" presId="urn:microsoft.com/office/officeart/2018/2/layout/IconLabelList"/>
    <dgm:cxn modelId="{6CF43A39-8735-445C-9502-9C10D7F5EE85}" type="presOf" srcId="{95E88AE2-8A24-4A47-94D0-66CE979F84F3}" destId="{0A263B31-1D66-4C6E-903A-D35CDE1A23A5}" srcOrd="0" destOrd="0" presId="urn:microsoft.com/office/officeart/2018/2/layout/IconLabelList"/>
    <dgm:cxn modelId="{ED95556F-0D58-4289-BAC0-3E005E5B5FC0}" srcId="{DC4A46FD-0FCC-48A5-AA06-A7FACF93BA9C}" destId="{95E88AE2-8A24-4A47-94D0-66CE979F84F3}" srcOrd="1" destOrd="0" parTransId="{F5BDA4AD-D802-445E-8680-B88A28091D7D}" sibTransId="{D8769BD3-2C5E-4E5F-8D7D-570B022A077D}"/>
    <dgm:cxn modelId="{9FC433B2-A4AD-4BC5-970B-620B8A260212}" type="presOf" srcId="{9C4F56BA-067E-409D-B58E-6035349DEF3A}" destId="{8FC6C780-C71C-4321-943B-293BDD62294F}" srcOrd="0" destOrd="0" presId="urn:microsoft.com/office/officeart/2018/2/layout/IconLabelList"/>
    <dgm:cxn modelId="{828A53B6-8492-4457-99B2-D3E73C86A572}" srcId="{DC4A46FD-0FCC-48A5-AA06-A7FACF93BA9C}" destId="{C3C73044-497A-43D3-8C88-24F8982883E6}" srcOrd="2" destOrd="0" parTransId="{E21B3B64-ED8F-4246-A4C8-31BC146ADE58}" sibTransId="{F2EACEB9-8AB5-47C1-8258-695098F51C6C}"/>
    <dgm:cxn modelId="{F3DC06BE-5D52-4622-8954-D65A6583279F}" type="presOf" srcId="{DC4A46FD-0FCC-48A5-AA06-A7FACF93BA9C}" destId="{F4C9958C-E5C7-43BA-BCBF-C7D8F9BD21B6}" srcOrd="0" destOrd="0" presId="urn:microsoft.com/office/officeart/2018/2/layout/IconLabelList"/>
    <dgm:cxn modelId="{63E18FC1-8184-49BC-9939-2E49BE0DE8D4}" srcId="{DC4A46FD-0FCC-48A5-AA06-A7FACF93BA9C}" destId="{9C4F56BA-067E-409D-B58E-6035349DEF3A}" srcOrd="0" destOrd="0" parTransId="{DCD3E1F0-F38A-4D85-A055-B4B7A1DC3A83}" sibTransId="{1D099651-100D-47F3-A6D2-E7CA916C8BD2}"/>
    <dgm:cxn modelId="{C2ED43F8-FDF9-4E2B-A816-13AB5A443FE4}" srcId="{DC4A46FD-0FCC-48A5-AA06-A7FACF93BA9C}" destId="{986723FC-DCCD-4CD7-9E4A-A25777DB6291}" srcOrd="3" destOrd="0" parTransId="{19050D8D-0CBA-48C6-9C9E-B0C73597E9B5}" sibTransId="{197EA560-B408-4E24-9166-F807E62BCC2F}"/>
    <dgm:cxn modelId="{289078FC-8A02-4869-8864-726019F14309}" type="presOf" srcId="{C3C73044-497A-43D3-8C88-24F8982883E6}" destId="{514C56C6-C885-4053-9C60-0E02F7F20B45}" srcOrd="0" destOrd="0" presId="urn:microsoft.com/office/officeart/2018/2/layout/IconLabelList"/>
    <dgm:cxn modelId="{99A2B35B-FB47-4743-A446-18D9D51597BB}" type="presParOf" srcId="{F4C9958C-E5C7-43BA-BCBF-C7D8F9BD21B6}" destId="{24A6037E-AF47-4DA3-9AE2-8D69F8399785}" srcOrd="0" destOrd="0" presId="urn:microsoft.com/office/officeart/2018/2/layout/IconLabelList"/>
    <dgm:cxn modelId="{9631807C-3F77-4B0E-B3CF-5E4A06FEA5E1}" type="presParOf" srcId="{24A6037E-AF47-4DA3-9AE2-8D69F8399785}" destId="{92C4D031-2362-4716-910C-5DDA62C8E541}" srcOrd="0" destOrd="0" presId="urn:microsoft.com/office/officeart/2018/2/layout/IconLabelList"/>
    <dgm:cxn modelId="{AF4737F9-ACEA-49B2-BD15-F24B1EF9D31F}" type="presParOf" srcId="{24A6037E-AF47-4DA3-9AE2-8D69F8399785}" destId="{EC9AEFEE-9C4E-4C16-BCD8-579B14716E2F}" srcOrd="1" destOrd="0" presId="urn:microsoft.com/office/officeart/2018/2/layout/IconLabelList"/>
    <dgm:cxn modelId="{6D7CB61B-6E5D-484E-A631-A84A00031157}" type="presParOf" srcId="{24A6037E-AF47-4DA3-9AE2-8D69F8399785}" destId="{8FC6C780-C71C-4321-943B-293BDD62294F}" srcOrd="2" destOrd="0" presId="urn:microsoft.com/office/officeart/2018/2/layout/IconLabelList"/>
    <dgm:cxn modelId="{0B1806B8-FFEE-493F-B52A-41DDD933DD7D}" type="presParOf" srcId="{F4C9958C-E5C7-43BA-BCBF-C7D8F9BD21B6}" destId="{F6BC4768-12C1-474C-8D81-AA6333DF45A9}" srcOrd="1" destOrd="0" presId="urn:microsoft.com/office/officeart/2018/2/layout/IconLabelList"/>
    <dgm:cxn modelId="{F6576071-933B-4E42-9EB0-E1A086E4CE3B}" type="presParOf" srcId="{F4C9958C-E5C7-43BA-BCBF-C7D8F9BD21B6}" destId="{A4575DDF-C378-4382-9860-C129C302AE32}" srcOrd="2" destOrd="0" presId="urn:microsoft.com/office/officeart/2018/2/layout/IconLabelList"/>
    <dgm:cxn modelId="{755E5577-453F-40DB-A4EC-674F9A7BD695}" type="presParOf" srcId="{A4575DDF-C378-4382-9860-C129C302AE32}" destId="{99519F10-B0C6-47BB-B556-49D7AF8B857D}" srcOrd="0" destOrd="0" presId="urn:microsoft.com/office/officeart/2018/2/layout/IconLabelList"/>
    <dgm:cxn modelId="{FAD4ABD6-AE1F-4CC0-BD24-6AF0693762B5}" type="presParOf" srcId="{A4575DDF-C378-4382-9860-C129C302AE32}" destId="{4C09A4B1-8E26-4BDD-BC96-AC70B89BF143}" srcOrd="1" destOrd="0" presId="urn:microsoft.com/office/officeart/2018/2/layout/IconLabelList"/>
    <dgm:cxn modelId="{B5C51F11-D909-4E5C-892A-75AD82469B32}" type="presParOf" srcId="{A4575DDF-C378-4382-9860-C129C302AE32}" destId="{0A263B31-1D66-4C6E-903A-D35CDE1A23A5}" srcOrd="2" destOrd="0" presId="urn:microsoft.com/office/officeart/2018/2/layout/IconLabelList"/>
    <dgm:cxn modelId="{5F354B18-797D-4C97-8462-60753938EAB1}" type="presParOf" srcId="{F4C9958C-E5C7-43BA-BCBF-C7D8F9BD21B6}" destId="{A654E45A-8D69-4C51-B2AA-E3F7AA5E1204}" srcOrd="3" destOrd="0" presId="urn:microsoft.com/office/officeart/2018/2/layout/IconLabelList"/>
    <dgm:cxn modelId="{3E13E366-0131-4531-8527-3E5A12F574B5}" type="presParOf" srcId="{F4C9958C-E5C7-43BA-BCBF-C7D8F9BD21B6}" destId="{715D7560-F1F4-4D28-B3A3-2A3FB88AE662}" srcOrd="4" destOrd="0" presId="urn:microsoft.com/office/officeart/2018/2/layout/IconLabelList"/>
    <dgm:cxn modelId="{023D55AC-D3EF-4A90-8518-6AE386E10013}" type="presParOf" srcId="{715D7560-F1F4-4D28-B3A3-2A3FB88AE662}" destId="{F38D38A1-44BE-4132-9853-346E75682BBA}" srcOrd="0" destOrd="0" presId="urn:microsoft.com/office/officeart/2018/2/layout/IconLabelList"/>
    <dgm:cxn modelId="{A9F7F98D-33B9-463D-8EAA-FFB506F9CFBE}" type="presParOf" srcId="{715D7560-F1F4-4D28-B3A3-2A3FB88AE662}" destId="{0155DE90-9696-4F73-944A-6277CF5C558F}" srcOrd="1" destOrd="0" presId="urn:microsoft.com/office/officeart/2018/2/layout/IconLabelList"/>
    <dgm:cxn modelId="{65CF3111-5DC0-46BD-905B-6DC560CCA1FC}" type="presParOf" srcId="{715D7560-F1F4-4D28-B3A3-2A3FB88AE662}" destId="{514C56C6-C885-4053-9C60-0E02F7F20B45}" srcOrd="2" destOrd="0" presId="urn:microsoft.com/office/officeart/2018/2/layout/IconLabelList"/>
    <dgm:cxn modelId="{BED2C804-9E20-4FC8-A13C-F14FFF5DDD3C}" type="presParOf" srcId="{F4C9958C-E5C7-43BA-BCBF-C7D8F9BD21B6}" destId="{9FCCA33A-26B3-4D7D-9B6B-BB918644203A}" srcOrd="5" destOrd="0" presId="urn:microsoft.com/office/officeart/2018/2/layout/IconLabelList"/>
    <dgm:cxn modelId="{8E982003-74A5-4FBE-9459-154186B7BB58}" type="presParOf" srcId="{F4C9958C-E5C7-43BA-BCBF-C7D8F9BD21B6}" destId="{7008FEEF-89B8-497B-A8AF-7D464EA57B28}" srcOrd="6" destOrd="0" presId="urn:microsoft.com/office/officeart/2018/2/layout/IconLabelList"/>
    <dgm:cxn modelId="{47DDC79D-9DC4-49BA-BF85-0C6FAB8C22A7}" type="presParOf" srcId="{7008FEEF-89B8-497B-A8AF-7D464EA57B28}" destId="{A30CE0B0-D1A1-4BD4-AA43-87393CCB1039}" srcOrd="0" destOrd="0" presId="urn:microsoft.com/office/officeart/2018/2/layout/IconLabelList"/>
    <dgm:cxn modelId="{2B31C621-BFF5-4324-B3F2-CE83B9C6F130}" type="presParOf" srcId="{7008FEEF-89B8-497B-A8AF-7D464EA57B28}" destId="{CE7C8245-9859-4D23-ABF8-D61235774938}" srcOrd="1" destOrd="0" presId="urn:microsoft.com/office/officeart/2018/2/layout/IconLabelList"/>
    <dgm:cxn modelId="{22653703-6F74-400A-A738-79EC47CEDCE8}" type="presParOf" srcId="{7008FEEF-89B8-497B-A8AF-7D464EA57B28}" destId="{72EB4AD5-E727-4022-87DB-015D6480E4A6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19F6FA32-FFE1-496E-91AF-585B267C2278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ED5D3F37-05CB-4746-8DF8-28DE9E613AD5}">
      <dgm:prSet/>
      <dgm:spPr/>
      <dgm:t>
        <a:bodyPr/>
        <a:lstStyle/>
        <a:p>
          <a:pPr>
            <a:defRPr cap="all"/>
          </a:pPr>
          <a:r>
            <a:rPr lang="en-US" dirty="0"/>
            <a:t>AI-first Integrated Development Environment (IDE)</a:t>
          </a:r>
        </a:p>
      </dgm:t>
    </dgm:pt>
    <dgm:pt modelId="{5A987FDE-D086-4C2C-ABC0-BDD2E6153AA0}" type="parTrans" cxnId="{13251812-412F-4AB3-BFC2-324D5DE68960}">
      <dgm:prSet/>
      <dgm:spPr/>
      <dgm:t>
        <a:bodyPr/>
        <a:lstStyle/>
        <a:p>
          <a:endParaRPr lang="en-US"/>
        </a:p>
      </dgm:t>
    </dgm:pt>
    <dgm:pt modelId="{70D60D08-168D-4370-A2A3-213D6E5474BA}" type="sibTrans" cxnId="{13251812-412F-4AB3-BFC2-324D5DE68960}">
      <dgm:prSet/>
      <dgm:spPr/>
      <dgm:t>
        <a:bodyPr/>
        <a:lstStyle/>
        <a:p>
          <a:endParaRPr lang="en-US"/>
        </a:p>
      </dgm:t>
    </dgm:pt>
    <dgm:pt modelId="{BC884117-6ABF-47B9-8CCE-214D081B3027}">
      <dgm:prSet/>
      <dgm:spPr/>
      <dgm:t>
        <a:bodyPr/>
        <a:lstStyle/>
        <a:p>
          <a:pPr>
            <a:defRPr cap="all"/>
          </a:pPr>
          <a:r>
            <a:rPr lang="en-US" dirty="0"/>
            <a:t>Understands intent, codebase, and compliance standards</a:t>
          </a:r>
        </a:p>
      </dgm:t>
    </dgm:pt>
    <dgm:pt modelId="{7C5E1DF5-9C33-4CCA-B466-3A38C33CF106}" type="parTrans" cxnId="{9905BC64-3F46-4909-9B07-311F49358341}">
      <dgm:prSet/>
      <dgm:spPr/>
      <dgm:t>
        <a:bodyPr/>
        <a:lstStyle/>
        <a:p>
          <a:endParaRPr lang="en-US"/>
        </a:p>
      </dgm:t>
    </dgm:pt>
    <dgm:pt modelId="{756BECBE-F3DD-4098-8D23-87B2987E8A95}" type="sibTrans" cxnId="{9905BC64-3F46-4909-9B07-311F49358341}">
      <dgm:prSet/>
      <dgm:spPr/>
      <dgm:t>
        <a:bodyPr/>
        <a:lstStyle/>
        <a:p>
          <a:endParaRPr lang="en-US"/>
        </a:p>
      </dgm:t>
    </dgm:pt>
    <dgm:pt modelId="{9526F369-9449-4769-A211-2E7D31B5CB27}">
      <dgm:prSet/>
      <dgm:spPr/>
      <dgm:t>
        <a:bodyPr/>
        <a:lstStyle/>
        <a:p>
          <a:pPr>
            <a:defRPr cap="all"/>
          </a:pPr>
          <a:r>
            <a:rPr lang="en-US" dirty="0"/>
            <a:t>Supports architecture design, debugging, refactoring, and modernization</a:t>
          </a:r>
        </a:p>
      </dgm:t>
    </dgm:pt>
    <dgm:pt modelId="{93CE4F46-3F06-4A19-9B58-DD46B0F57242}" type="parTrans" cxnId="{9E0F078C-BF67-4D1D-A392-B6514A0F75EE}">
      <dgm:prSet/>
      <dgm:spPr/>
      <dgm:t>
        <a:bodyPr/>
        <a:lstStyle/>
        <a:p>
          <a:endParaRPr lang="en-US"/>
        </a:p>
      </dgm:t>
    </dgm:pt>
    <dgm:pt modelId="{C97CEE1D-57AA-4739-A029-809C12731B4A}" type="sibTrans" cxnId="{9E0F078C-BF67-4D1D-A392-B6514A0F75EE}">
      <dgm:prSet/>
      <dgm:spPr/>
      <dgm:t>
        <a:bodyPr/>
        <a:lstStyle/>
        <a:p>
          <a:endParaRPr lang="en-US"/>
        </a:p>
      </dgm:t>
    </dgm:pt>
    <dgm:pt modelId="{69C1B395-E744-484F-AEF8-4EA2570C6FEE}">
      <dgm:prSet/>
      <dgm:spPr/>
      <dgm:t>
        <a:bodyPr/>
        <a:lstStyle/>
        <a:p>
          <a:pPr>
            <a:defRPr cap="all"/>
          </a:pPr>
          <a:r>
            <a:rPr lang="en-US" dirty="0"/>
            <a:t>Switchable modes: Architect Mode and Code Mode</a:t>
          </a:r>
        </a:p>
      </dgm:t>
    </dgm:pt>
    <dgm:pt modelId="{5EAABB7D-1122-412A-BB40-81A8CAD9F439}" type="parTrans" cxnId="{86371607-9028-41A2-A697-DDD3FF16DC83}">
      <dgm:prSet/>
      <dgm:spPr/>
      <dgm:t>
        <a:bodyPr/>
        <a:lstStyle/>
        <a:p>
          <a:endParaRPr lang="en-US"/>
        </a:p>
      </dgm:t>
    </dgm:pt>
    <dgm:pt modelId="{17307034-64FA-4CDB-90F2-4EC53AF4286F}" type="sibTrans" cxnId="{86371607-9028-41A2-A697-DDD3FF16DC83}">
      <dgm:prSet/>
      <dgm:spPr/>
      <dgm:t>
        <a:bodyPr/>
        <a:lstStyle/>
        <a:p>
          <a:endParaRPr lang="en-US"/>
        </a:p>
      </dgm:t>
    </dgm:pt>
    <dgm:pt modelId="{D19BB367-3F8C-487D-BC3F-271A8D32FAD0}" type="pres">
      <dgm:prSet presAssocID="{19F6FA32-FFE1-496E-91AF-585B267C2278}" presName="root" presStyleCnt="0">
        <dgm:presLayoutVars>
          <dgm:dir/>
          <dgm:resizeHandles val="exact"/>
        </dgm:presLayoutVars>
      </dgm:prSet>
      <dgm:spPr/>
    </dgm:pt>
    <dgm:pt modelId="{F483CC70-CDF8-4E53-B8B3-536DD5539DAF}" type="pres">
      <dgm:prSet presAssocID="{ED5D3F37-05CB-4746-8DF8-28DE9E613AD5}" presName="compNode" presStyleCnt="0"/>
      <dgm:spPr/>
    </dgm:pt>
    <dgm:pt modelId="{621608AB-6E51-4DC5-BAD6-A1C504BC0E3B}" type="pres">
      <dgm:prSet presAssocID="{ED5D3F37-05CB-4746-8DF8-28DE9E613AD5}" presName="iconBgRect" presStyleLbl="bgShp" presStyleIdx="0" presStyleCnt="4"/>
      <dgm:spPr/>
    </dgm:pt>
    <dgm:pt modelId="{272F93F3-3D03-496A-972D-636271F6B4A2}" type="pres">
      <dgm:prSet presAssocID="{ED5D3F37-05CB-4746-8DF8-28DE9E613AD5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obot"/>
        </a:ext>
      </dgm:extLst>
    </dgm:pt>
    <dgm:pt modelId="{C8452F43-BB65-4E16-A437-EC1D608C4681}" type="pres">
      <dgm:prSet presAssocID="{ED5D3F37-05CB-4746-8DF8-28DE9E613AD5}" presName="spaceRect" presStyleCnt="0"/>
      <dgm:spPr/>
    </dgm:pt>
    <dgm:pt modelId="{BAF25B78-B056-4E5E-8223-0676E6A3D9B7}" type="pres">
      <dgm:prSet presAssocID="{ED5D3F37-05CB-4746-8DF8-28DE9E613AD5}" presName="textRect" presStyleLbl="revTx" presStyleIdx="0" presStyleCnt="4">
        <dgm:presLayoutVars>
          <dgm:chMax val="1"/>
          <dgm:chPref val="1"/>
        </dgm:presLayoutVars>
      </dgm:prSet>
      <dgm:spPr/>
    </dgm:pt>
    <dgm:pt modelId="{1BD624F7-7373-442B-ADE8-CC952ACC7A12}" type="pres">
      <dgm:prSet presAssocID="{70D60D08-168D-4370-A2A3-213D6E5474BA}" presName="sibTrans" presStyleCnt="0"/>
      <dgm:spPr/>
    </dgm:pt>
    <dgm:pt modelId="{AC46AF48-F7C7-457D-9FF5-CD19B0AB7CB1}" type="pres">
      <dgm:prSet presAssocID="{BC884117-6ABF-47B9-8CCE-214D081B3027}" presName="compNode" presStyleCnt="0"/>
      <dgm:spPr/>
    </dgm:pt>
    <dgm:pt modelId="{5599BF52-A994-476B-9390-1110C6726423}" type="pres">
      <dgm:prSet presAssocID="{BC884117-6ABF-47B9-8CCE-214D081B3027}" presName="iconBgRect" presStyleLbl="bgShp" presStyleIdx="1" presStyleCnt="4"/>
      <dgm:spPr/>
    </dgm:pt>
    <dgm:pt modelId="{B35537DA-753A-4CDC-96AF-287203E17AD4}" type="pres">
      <dgm:prSet presAssocID="{BC884117-6ABF-47B9-8CCE-214D081B3027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cument"/>
        </a:ext>
      </dgm:extLst>
    </dgm:pt>
    <dgm:pt modelId="{9E0F7386-2610-42A0-B7CD-9BC023857F43}" type="pres">
      <dgm:prSet presAssocID="{BC884117-6ABF-47B9-8CCE-214D081B3027}" presName="spaceRect" presStyleCnt="0"/>
      <dgm:spPr/>
    </dgm:pt>
    <dgm:pt modelId="{D58E4D6B-0218-4F30-97C2-B2A390622D8C}" type="pres">
      <dgm:prSet presAssocID="{BC884117-6ABF-47B9-8CCE-214D081B3027}" presName="textRect" presStyleLbl="revTx" presStyleIdx="1" presStyleCnt="4">
        <dgm:presLayoutVars>
          <dgm:chMax val="1"/>
          <dgm:chPref val="1"/>
        </dgm:presLayoutVars>
      </dgm:prSet>
      <dgm:spPr/>
    </dgm:pt>
    <dgm:pt modelId="{DFF4A111-7799-4DD1-B2AE-31488C60823A}" type="pres">
      <dgm:prSet presAssocID="{756BECBE-F3DD-4098-8D23-87B2987E8A95}" presName="sibTrans" presStyleCnt="0"/>
      <dgm:spPr/>
    </dgm:pt>
    <dgm:pt modelId="{BCFD4EAE-69C8-4510-8AA1-18AD64813D10}" type="pres">
      <dgm:prSet presAssocID="{9526F369-9449-4769-A211-2E7D31B5CB27}" presName="compNode" presStyleCnt="0"/>
      <dgm:spPr/>
    </dgm:pt>
    <dgm:pt modelId="{7454BB32-6409-4123-84B2-701ABCDF0042}" type="pres">
      <dgm:prSet presAssocID="{9526F369-9449-4769-A211-2E7D31B5CB27}" presName="iconBgRect" presStyleLbl="bgShp" presStyleIdx="2" presStyleCnt="4"/>
      <dgm:spPr/>
    </dgm:pt>
    <dgm:pt modelId="{459239E8-F3E7-435D-8954-C8FB208A46E8}" type="pres">
      <dgm:prSet presAssocID="{9526F369-9449-4769-A211-2E7D31B5CB27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licopter"/>
        </a:ext>
      </dgm:extLst>
    </dgm:pt>
    <dgm:pt modelId="{1980D12C-6487-41F3-BB7C-C588AE34A6BB}" type="pres">
      <dgm:prSet presAssocID="{9526F369-9449-4769-A211-2E7D31B5CB27}" presName="spaceRect" presStyleCnt="0"/>
      <dgm:spPr/>
    </dgm:pt>
    <dgm:pt modelId="{B9532C96-3CFB-4FBE-81D4-6D51540630C9}" type="pres">
      <dgm:prSet presAssocID="{9526F369-9449-4769-A211-2E7D31B5CB27}" presName="textRect" presStyleLbl="revTx" presStyleIdx="2" presStyleCnt="4">
        <dgm:presLayoutVars>
          <dgm:chMax val="1"/>
          <dgm:chPref val="1"/>
        </dgm:presLayoutVars>
      </dgm:prSet>
      <dgm:spPr/>
    </dgm:pt>
    <dgm:pt modelId="{B814837B-941F-40AF-9A22-5385DD0B5560}" type="pres">
      <dgm:prSet presAssocID="{C97CEE1D-57AA-4739-A029-809C12731B4A}" presName="sibTrans" presStyleCnt="0"/>
      <dgm:spPr/>
    </dgm:pt>
    <dgm:pt modelId="{B77164F6-2D57-4890-B15D-08B5F8118C16}" type="pres">
      <dgm:prSet presAssocID="{69C1B395-E744-484F-AEF8-4EA2570C6FEE}" presName="compNode" presStyleCnt="0"/>
      <dgm:spPr/>
    </dgm:pt>
    <dgm:pt modelId="{64209ED2-1D3E-4ED7-AAE5-AED8B09C5451}" type="pres">
      <dgm:prSet presAssocID="{69C1B395-E744-484F-AEF8-4EA2570C6FEE}" presName="iconBgRect" presStyleLbl="bgShp" presStyleIdx="3" presStyleCnt="4"/>
      <dgm:spPr/>
    </dgm:pt>
    <dgm:pt modelId="{0B29B93B-15C3-4816-90E7-D22CDE7DFD42}" type="pres">
      <dgm:prSet presAssocID="{69C1B395-E744-484F-AEF8-4EA2570C6FEE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E76658A7-5047-4F6A-B3CD-086D750A7C08}" type="pres">
      <dgm:prSet presAssocID="{69C1B395-E744-484F-AEF8-4EA2570C6FEE}" presName="spaceRect" presStyleCnt="0"/>
      <dgm:spPr/>
    </dgm:pt>
    <dgm:pt modelId="{BB9BF580-E0E5-4051-A763-6EE2C773EE8A}" type="pres">
      <dgm:prSet presAssocID="{69C1B395-E744-484F-AEF8-4EA2570C6FEE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86371607-9028-41A2-A697-DDD3FF16DC83}" srcId="{19F6FA32-FFE1-496E-91AF-585B267C2278}" destId="{69C1B395-E744-484F-AEF8-4EA2570C6FEE}" srcOrd="3" destOrd="0" parTransId="{5EAABB7D-1122-412A-BB40-81A8CAD9F439}" sibTransId="{17307034-64FA-4CDB-90F2-4EC53AF4286F}"/>
    <dgm:cxn modelId="{13251812-412F-4AB3-BFC2-324D5DE68960}" srcId="{19F6FA32-FFE1-496E-91AF-585B267C2278}" destId="{ED5D3F37-05CB-4746-8DF8-28DE9E613AD5}" srcOrd="0" destOrd="0" parTransId="{5A987FDE-D086-4C2C-ABC0-BDD2E6153AA0}" sibTransId="{70D60D08-168D-4370-A2A3-213D6E5474BA}"/>
    <dgm:cxn modelId="{C9719134-893E-4465-93BE-D972B5862DB4}" type="presOf" srcId="{9526F369-9449-4769-A211-2E7D31B5CB27}" destId="{B9532C96-3CFB-4FBE-81D4-6D51540630C9}" srcOrd="0" destOrd="0" presId="urn:microsoft.com/office/officeart/2018/5/layout/IconCircleLabelList"/>
    <dgm:cxn modelId="{9905BC64-3F46-4909-9B07-311F49358341}" srcId="{19F6FA32-FFE1-496E-91AF-585B267C2278}" destId="{BC884117-6ABF-47B9-8CCE-214D081B3027}" srcOrd="1" destOrd="0" parTransId="{7C5E1DF5-9C33-4CCA-B466-3A38C33CF106}" sibTransId="{756BECBE-F3DD-4098-8D23-87B2987E8A95}"/>
    <dgm:cxn modelId="{E68C704D-CC12-4D8C-BD00-6D5D789AE761}" type="presOf" srcId="{ED5D3F37-05CB-4746-8DF8-28DE9E613AD5}" destId="{BAF25B78-B056-4E5E-8223-0676E6A3D9B7}" srcOrd="0" destOrd="0" presId="urn:microsoft.com/office/officeart/2018/5/layout/IconCircleLabelList"/>
    <dgm:cxn modelId="{D9018D52-11B3-4C18-A436-7CEEE5C89167}" type="presOf" srcId="{BC884117-6ABF-47B9-8CCE-214D081B3027}" destId="{D58E4D6B-0218-4F30-97C2-B2A390622D8C}" srcOrd="0" destOrd="0" presId="urn:microsoft.com/office/officeart/2018/5/layout/IconCircleLabelList"/>
    <dgm:cxn modelId="{9E0F078C-BF67-4D1D-A392-B6514A0F75EE}" srcId="{19F6FA32-FFE1-496E-91AF-585B267C2278}" destId="{9526F369-9449-4769-A211-2E7D31B5CB27}" srcOrd="2" destOrd="0" parTransId="{93CE4F46-3F06-4A19-9B58-DD46B0F57242}" sibTransId="{C97CEE1D-57AA-4739-A029-809C12731B4A}"/>
    <dgm:cxn modelId="{992684AF-7432-4E71-A1C1-7D099BED7323}" type="presOf" srcId="{69C1B395-E744-484F-AEF8-4EA2570C6FEE}" destId="{BB9BF580-E0E5-4051-A763-6EE2C773EE8A}" srcOrd="0" destOrd="0" presId="urn:microsoft.com/office/officeart/2018/5/layout/IconCircleLabelList"/>
    <dgm:cxn modelId="{248C66BC-D0B4-4C3A-8720-3455C711206F}" type="presOf" srcId="{19F6FA32-FFE1-496E-91AF-585B267C2278}" destId="{D19BB367-3F8C-487D-BC3F-271A8D32FAD0}" srcOrd="0" destOrd="0" presId="urn:microsoft.com/office/officeart/2018/5/layout/IconCircleLabelList"/>
    <dgm:cxn modelId="{B74280DE-61B2-4FA8-A86E-5C9E99834AD9}" type="presParOf" srcId="{D19BB367-3F8C-487D-BC3F-271A8D32FAD0}" destId="{F483CC70-CDF8-4E53-B8B3-536DD5539DAF}" srcOrd="0" destOrd="0" presId="urn:microsoft.com/office/officeart/2018/5/layout/IconCircleLabelList"/>
    <dgm:cxn modelId="{C9BE4214-95E3-4611-93B2-450AD0227275}" type="presParOf" srcId="{F483CC70-CDF8-4E53-B8B3-536DD5539DAF}" destId="{621608AB-6E51-4DC5-BAD6-A1C504BC0E3B}" srcOrd="0" destOrd="0" presId="urn:microsoft.com/office/officeart/2018/5/layout/IconCircleLabelList"/>
    <dgm:cxn modelId="{966B5409-089E-4B44-9C37-D4456D83918E}" type="presParOf" srcId="{F483CC70-CDF8-4E53-B8B3-536DD5539DAF}" destId="{272F93F3-3D03-496A-972D-636271F6B4A2}" srcOrd="1" destOrd="0" presId="urn:microsoft.com/office/officeart/2018/5/layout/IconCircleLabelList"/>
    <dgm:cxn modelId="{6808DABF-F980-47C8-85DC-E3134ACBB05F}" type="presParOf" srcId="{F483CC70-CDF8-4E53-B8B3-536DD5539DAF}" destId="{C8452F43-BB65-4E16-A437-EC1D608C4681}" srcOrd="2" destOrd="0" presId="urn:microsoft.com/office/officeart/2018/5/layout/IconCircleLabelList"/>
    <dgm:cxn modelId="{560747B4-1117-440A-8DAF-B31EE437CF43}" type="presParOf" srcId="{F483CC70-CDF8-4E53-B8B3-536DD5539DAF}" destId="{BAF25B78-B056-4E5E-8223-0676E6A3D9B7}" srcOrd="3" destOrd="0" presId="urn:microsoft.com/office/officeart/2018/5/layout/IconCircleLabelList"/>
    <dgm:cxn modelId="{F551541B-CE7A-4325-AA25-CC5FD96B689C}" type="presParOf" srcId="{D19BB367-3F8C-487D-BC3F-271A8D32FAD0}" destId="{1BD624F7-7373-442B-ADE8-CC952ACC7A12}" srcOrd="1" destOrd="0" presId="urn:microsoft.com/office/officeart/2018/5/layout/IconCircleLabelList"/>
    <dgm:cxn modelId="{98901D6E-810E-4B7B-9222-C9274B39F321}" type="presParOf" srcId="{D19BB367-3F8C-487D-BC3F-271A8D32FAD0}" destId="{AC46AF48-F7C7-457D-9FF5-CD19B0AB7CB1}" srcOrd="2" destOrd="0" presId="urn:microsoft.com/office/officeart/2018/5/layout/IconCircleLabelList"/>
    <dgm:cxn modelId="{363B7836-C894-43CC-8126-E5B8D2CC1C34}" type="presParOf" srcId="{AC46AF48-F7C7-457D-9FF5-CD19B0AB7CB1}" destId="{5599BF52-A994-476B-9390-1110C6726423}" srcOrd="0" destOrd="0" presId="urn:microsoft.com/office/officeart/2018/5/layout/IconCircleLabelList"/>
    <dgm:cxn modelId="{C97311B9-D47D-4F2A-B0AF-A969FAFE7953}" type="presParOf" srcId="{AC46AF48-F7C7-457D-9FF5-CD19B0AB7CB1}" destId="{B35537DA-753A-4CDC-96AF-287203E17AD4}" srcOrd="1" destOrd="0" presId="urn:microsoft.com/office/officeart/2018/5/layout/IconCircleLabelList"/>
    <dgm:cxn modelId="{6F5E3D42-92CD-4F61-8641-4D2422B65100}" type="presParOf" srcId="{AC46AF48-F7C7-457D-9FF5-CD19B0AB7CB1}" destId="{9E0F7386-2610-42A0-B7CD-9BC023857F43}" srcOrd="2" destOrd="0" presId="urn:microsoft.com/office/officeart/2018/5/layout/IconCircleLabelList"/>
    <dgm:cxn modelId="{795E4753-87B9-416A-B590-E10CA5E6FA81}" type="presParOf" srcId="{AC46AF48-F7C7-457D-9FF5-CD19B0AB7CB1}" destId="{D58E4D6B-0218-4F30-97C2-B2A390622D8C}" srcOrd="3" destOrd="0" presId="urn:microsoft.com/office/officeart/2018/5/layout/IconCircleLabelList"/>
    <dgm:cxn modelId="{0D630351-1C08-4D09-A7CB-923663BFAAD7}" type="presParOf" srcId="{D19BB367-3F8C-487D-BC3F-271A8D32FAD0}" destId="{DFF4A111-7799-4DD1-B2AE-31488C60823A}" srcOrd="3" destOrd="0" presId="urn:microsoft.com/office/officeart/2018/5/layout/IconCircleLabelList"/>
    <dgm:cxn modelId="{80DF5D96-4557-4F3A-9ECB-74D9913E3F22}" type="presParOf" srcId="{D19BB367-3F8C-487D-BC3F-271A8D32FAD0}" destId="{BCFD4EAE-69C8-4510-8AA1-18AD64813D10}" srcOrd="4" destOrd="0" presId="urn:microsoft.com/office/officeart/2018/5/layout/IconCircleLabelList"/>
    <dgm:cxn modelId="{DDEF64BF-ED0E-4196-822E-56F6F3557DBF}" type="presParOf" srcId="{BCFD4EAE-69C8-4510-8AA1-18AD64813D10}" destId="{7454BB32-6409-4123-84B2-701ABCDF0042}" srcOrd="0" destOrd="0" presId="urn:microsoft.com/office/officeart/2018/5/layout/IconCircleLabelList"/>
    <dgm:cxn modelId="{9B536D19-A902-4C30-A09B-7BC00012F28C}" type="presParOf" srcId="{BCFD4EAE-69C8-4510-8AA1-18AD64813D10}" destId="{459239E8-F3E7-435D-8954-C8FB208A46E8}" srcOrd="1" destOrd="0" presId="urn:microsoft.com/office/officeart/2018/5/layout/IconCircleLabelList"/>
    <dgm:cxn modelId="{AABD0421-CE68-484A-B28B-10ED19040E6A}" type="presParOf" srcId="{BCFD4EAE-69C8-4510-8AA1-18AD64813D10}" destId="{1980D12C-6487-41F3-BB7C-C588AE34A6BB}" srcOrd="2" destOrd="0" presId="urn:microsoft.com/office/officeart/2018/5/layout/IconCircleLabelList"/>
    <dgm:cxn modelId="{89B935D0-A973-4EA1-8DFC-BF1D11E62D8A}" type="presParOf" srcId="{BCFD4EAE-69C8-4510-8AA1-18AD64813D10}" destId="{B9532C96-3CFB-4FBE-81D4-6D51540630C9}" srcOrd="3" destOrd="0" presId="urn:microsoft.com/office/officeart/2018/5/layout/IconCircleLabelList"/>
    <dgm:cxn modelId="{198C7AFD-C96A-45F8-AB47-D3ED9FD9C5AD}" type="presParOf" srcId="{D19BB367-3F8C-487D-BC3F-271A8D32FAD0}" destId="{B814837B-941F-40AF-9A22-5385DD0B5560}" srcOrd="5" destOrd="0" presId="urn:microsoft.com/office/officeart/2018/5/layout/IconCircleLabelList"/>
    <dgm:cxn modelId="{88BED18B-C187-4D7F-9710-F65301AAF64E}" type="presParOf" srcId="{D19BB367-3F8C-487D-BC3F-271A8D32FAD0}" destId="{B77164F6-2D57-4890-B15D-08B5F8118C16}" srcOrd="6" destOrd="0" presId="urn:microsoft.com/office/officeart/2018/5/layout/IconCircleLabelList"/>
    <dgm:cxn modelId="{89B1F8E1-4C06-41D1-AF91-383201841B2E}" type="presParOf" srcId="{B77164F6-2D57-4890-B15D-08B5F8118C16}" destId="{64209ED2-1D3E-4ED7-AAE5-AED8B09C5451}" srcOrd="0" destOrd="0" presId="urn:microsoft.com/office/officeart/2018/5/layout/IconCircleLabelList"/>
    <dgm:cxn modelId="{D4110F3C-87C8-42CA-8B38-89AA2E64783D}" type="presParOf" srcId="{B77164F6-2D57-4890-B15D-08B5F8118C16}" destId="{0B29B93B-15C3-4816-90E7-D22CDE7DFD42}" srcOrd="1" destOrd="0" presId="urn:microsoft.com/office/officeart/2018/5/layout/IconCircleLabelList"/>
    <dgm:cxn modelId="{F15F4A5C-2A16-47D0-8F12-443D1DEB9BED}" type="presParOf" srcId="{B77164F6-2D57-4890-B15D-08B5F8118C16}" destId="{E76658A7-5047-4F6A-B3CD-086D750A7C08}" srcOrd="2" destOrd="0" presId="urn:microsoft.com/office/officeart/2018/5/layout/IconCircleLabelList"/>
    <dgm:cxn modelId="{E65E6B13-769C-4B8D-A3C5-CF14CCFC7CCC}" type="presParOf" srcId="{B77164F6-2D57-4890-B15D-08B5F8118C16}" destId="{BB9BF580-E0E5-4051-A763-6EE2C773EE8A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7542D969-A356-4644-A0DE-4533AE596430}" type="doc">
      <dgm:prSet loTypeId="urn:microsoft.com/office/officeart/2018/2/layout/IconCircle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0EB8E078-DFCB-46E8-A457-7B21B04C605D}">
      <dgm:prSet/>
      <dgm:spPr/>
      <dgm:t>
        <a:bodyPr/>
        <a:lstStyle/>
        <a:p>
          <a:r>
            <a:rPr lang="en-US" dirty="0"/>
            <a:t>Agentic workflows for complex task decomposition</a:t>
          </a:r>
        </a:p>
      </dgm:t>
    </dgm:pt>
    <dgm:pt modelId="{49D8F32F-A269-404E-B28B-89F67E77374A}" type="parTrans" cxnId="{2D8196C6-2505-4FCC-8EE2-0AEEB5DC8E38}">
      <dgm:prSet/>
      <dgm:spPr/>
      <dgm:t>
        <a:bodyPr/>
        <a:lstStyle/>
        <a:p>
          <a:endParaRPr lang="en-US"/>
        </a:p>
      </dgm:t>
    </dgm:pt>
    <dgm:pt modelId="{E0865F8B-5ED3-496B-ADA9-7DFF462D9BAE}" type="sibTrans" cxnId="{2D8196C6-2505-4FCC-8EE2-0AEEB5DC8E38}">
      <dgm:prSet/>
      <dgm:spPr/>
      <dgm:t>
        <a:bodyPr/>
        <a:lstStyle/>
        <a:p>
          <a:endParaRPr lang="en-US"/>
        </a:p>
      </dgm:t>
    </dgm:pt>
    <dgm:pt modelId="{45398F31-9549-4420-89F7-2D85821422A9}">
      <dgm:prSet/>
      <dgm:spPr/>
      <dgm:t>
        <a:bodyPr/>
        <a:lstStyle/>
        <a:p>
          <a:r>
            <a:rPr lang="en-US" dirty="0"/>
            <a:t>Multi-model orchestration (Claude, Llama, Mistral, IBM Granite)</a:t>
          </a:r>
        </a:p>
      </dgm:t>
    </dgm:pt>
    <dgm:pt modelId="{C55D2572-E414-4C53-9298-01683ED713E6}" type="parTrans" cxnId="{3788D883-A93D-4EF1-8011-6FDEB815CDC2}">
      <dgm:prSet/>
      <dgm:spPr/>
      <dgm:t>
        <a:bodyPr/>
        <a:lstStyle/>
        <a:p>
          <a:endParaRPr lang="en-US"/>
        </a:p>
      </dgm:t>
    </dgm:pt>
    <dgm:pt modelId="{F8EBF771-6D4F-4898-BBD9-55B40E898857}" type="sibTrans" cxnId="{3788D883-A93D-4EF1-8011-6FDEB815CDC2}">
      <dgm:prSet/>
      <dgm:spPr/>
      <dgm:t>
        <a:bodyPr/>
        <a:lstStyle/>
        <a:p>
          <a:endParaRPr lang="en-US"/>
        </a:p>
      </dgm:t>
    </dgm:pt>
    <dgm:pt modelId="{F5853C14-1E89-45AD-904D-DF1DB4BA7806}">
      <dgm:prSet/>
      <dgm:spPr/>
      <dgm:t>
        <a:bodyPr/>
        <a:lstStyle/>
        <a:p>
          <a:r>
            <a:rPr lang="en-US" dirty="0"/>
            <a:t>Full repository context awareness</a:t>
          </a:r>
        </a:p>
      </dgm:t>
    </dgm:pt>
    <dgm:pt modelId="{80429B55-702B-4802-996D-9C785B08FFB7}" type="parTrans" cxnId="{7352CFBF-2CDE-48FB-AEFB-944C7399DC7F}">
      <dgm:prSet/>
      <dgm:spPr/>
      <dgm:t>
        <a:bodyPr/>
        <a:lstStyle/>
        <a:p>
          <a:endParaRPr lang="en-US"/>
        </a:p>
      </dgm:t>
    </dgm:pt>
    <dgm:pt modelId="{80E6D3A3-833D-4C23-872B-E0F897363620}" type="sibTrans" cxnId="{7352CFBF-2CDE-48FB-AEFB-944C7399DC7F}">
      <dgm:prSet/>
      <dgm:spPr/>
      <dgm:t>
        <a:bodyPr/>
        <a:lstStyle/>
        <a:p>
          <a:endParaRPr lang="en-US"/>
        </a:p>
      </dgm:t>
    </dgm:pt>
    <dgm:pt modelId="{8C82AC5A-D150-4D3A-AE9C-8B352DA1ABBF}">
      <dgm:prSet/>
      <dgm:spPr/>
      <dgm:t>
        <a:bodyPr/>
        <a:lstStyle/>
        <a:p>
          <a:r>
            <a:rPr lang="en-US" dirty="0"/>
            <a:t>Inline vulnerability and compliance scanning</a:t>
          </a:r>
        </a:p>
      </dgm:t>
    </dgm:pt>
    <dgm:pt modelId="{29C2E063-10A2-4C59-B864-62DE67165E13}" type="parTrans" cxnId="{4915E54F-6A33-4B10-ADB0-A511400EADBD}">
      <dgm:prSet/>
      <dgm:spPr/>
      <dgm:t>
        <a:bodyPr/>
        <a:lstStyle/>
        <a:p>
          <a:endParaRPr lang="en-US"/>
        </a:p>
      </dgm:t>
    </dgm:pt>
    <dgm:pt modelId="{A17B38CD-B83C-4535-BA6D-B4C753D887CC}" type="sibTrans" cxnId="{4915E54F-6A33-4B10-ADB0-A511400EADBD}">
      <dgm:prSet/>
      <dgm:spPr/>
      <dgm:t>
        <a:bodyPr/>
        <a:lstStyle/>
        <a:p>
          <a:endParaRPr lang="en-US"/>
        </a:p>
      </dgm:t>
    </dgm:pt>
    <dgm:pt modelId="{D7492081-6763-41BF-BDC1-96D29F933D69}">
      <dgm:prSet/>
      <dgm:spPr/>
      <dgm:t>
        <a:bodyPr/>
        <a:lstStyle/>
        <a:p>
          <a:r>
            <a:rPr lang="en-US" dirty="0"/>
            <a:t>Modernization support for legacy frameworks</a:t>
          </a:r>
        </a:p>
      </dgm:t>
    </dgm:pt>
    <dgm:pt modelId="{7F2B1E30-7E77-4505-B32C-0F9C8F142BF1}" type="parTrans" cxnId="{1CA1B472-9464-42AF-AEB3-041A193E9EED}">
      <dgm:prSet/>
      <dgm:spPr/>
      <dgm:t>
        <a:bodyPr/>
        <a:lstStyle/>
        <a:p>
          <a:endParaRPr lang="en-US"/>
        </a:p>
      </dgm:t>
    </dgm:pt>
    <dgm:pt modelId="{0B7BA86D-CDB3-4749-B276-50FBCB188E31}" type="sibTrans" cxnId="{1CA1B472-9464-42AF-AEB3-041A193E9EED}">
      <dgm:prSet/>
      <dgm:spPr/>
      <dgm:t>
        <a:bodyPr/>
        <a:lstStyle/>
        <a:p>
          <a:endParaRPr lang="en-US"/>
        </a:p>
      </dgm:t>
    </dgm:pt>
    <dgm:pt modelId="{7C50A007-3452-44BC-A87B-F7CC0D49D422}">
      <dgm:prSet/>
      <dgm:spPr/>
      <dgm:t>
        <a:bodyPr/>
        <a:lstStyle/>
        <a:p>
          <a:r>
            <a:rPr lang="en-US" dirty="0"/>
            <a:t>Runs across major OS with cloud flexibility</a:t>
          </a:r>
        </a:p>
      </dgm:t>
    </dgm:pt>
    <dgm:pt modelId="{65A2F66A-B70F-42C2-BB45-23E320E7BD2B}" type="parTrans" cxnId="{65C320AD-6AB1-4B7C-AE15-82573C1DE6A5}">
      <dgm:prSet/>
      <dgm:spPr/>
      <dgm:t>
        <a:bodyPr/>
        <a:lstStyle/>
        <a:p>
          <a:endParaRPr lang="en-US"/>
        </a:p>
      </dgm:t>
    </dgm:pt>
    <dgm:pt modelId="{1F9A68F5-B5D0-44A5-891D-99278B635431}" type="sibTrans" cxnId="{65C320AD-6AB1-4B7C-AE15-82573C1DE6A5}">
      <dgm:prSet/>
      <dgm:spPr/>
      <dgm:t>
        <a:bodyPr/>
        <a:lstStyle/>
        <a:p>
          <a:endParaRPr lang="en-US"/>
        </a:p>
      </dgm:t>
    </dgm:pt>
    <dgm:pt modelId="{7C5B2A7E-B7E1-4BCC-A7C1-98A4F2211E29}" type="pres">
      <dgm:prSet presAssocID="{7542D969-A356-4644-A0DE-4533AE596430}" presName="root" presStyleCnt="0">
        <dgm:presLayoutVars>
          <dgm:dir/>
          <dgm:resizeHandles val="exact"/>
        </dgm:presLayoutVars>
      </dgm:prSet>
      <dgm:spPr/>
    </dgm:pt>
    <dgm:pt modelId="{C543DA31-4DD7-4575-8EC4-B473C1FB3856}" type="pres">
      <dgm:prSet presAssocID="{7542D969-A356-4644-A0DE-4533AE596430}" presName="container" presStyleCnt="0">
        <dgm:presLayoutVars>
          <dgm:dir/>
          <dgm:resizeHandles val="exact"/>
        </dgm:presLayoutVars>
      </dgm:prSet>
      <dgm:spPr/>
    </dgm:pt>
    <dgm:pt modelId="{138D81AA-0A19-4D67-9E8C-C75650943A3A}" type="pres">
      <dgm:prSet presAssocID="{0EB8E078-DFCB-46E8-A457-7B21B04C605D}" presName="compNode" presStyleCnt="0"/>
      <dgm:spPr/>
    </dgm:pt>
    <dgm:pt modelId="{FA9135A6-0FEC-43B4-BDC8-0A97E10F7A1E}" type="pres">
      <dgm:prSet presAssocID="{0EB8E078-DFCB-46E8-A457-7B21B04C605D}" presName="iconBgRect" presStyleLbl="bgShp" presStyleIdx="0" presStyleCnt="6"/>
      <dgm:spPr/>
    </dgm:pt>
    <dgm:pt modelId="{70BDCF50-1E2B-4EA9-9D11-F84056AFA40D}" type="pres">
      <dgm:prSet presAssocID="{0EB8E078-DFCB-46E8-A457-7B21B04C605D}" presName="iconRect" presStyleLbl="node1" presStyleIdx="0" presStyleCnt="6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Network Diagram"/>
        </a:ext>
      </dgm:extLst>
    </dgm:pt>
    <dgm:pt modelId="{70C6ECED-9044-4FB2-A369-4AC8C0237162}" type="pres">
      <dgm:prSet presAssocID="{0EB8E078-DFCB-46E8-A457-7B21B04C605D}" presName="spaceRect" presStyleCnt="0"/>
      <dgm:spPr/>
    </dgm:pt>
    <dgm:pt modelId="{31ED09BC-4A4F-423D-8BAC-FAACF39CE1DA}" type="pres">
      <dgm:prSet presAssocID="{0EB8E078-DFCB-46E8-A457-7B21B04C605D}" presName="textRect" presStyleLbl="revTx" presStyleIdx="0" presStyleCnt="6">
        <dgm:presLayoutVars>
          <dgm:chMax val="1"/>
          <dgm:chPref val="1"/>
        </dgm:presLayoutVars>
      </dgm:prSet>
      <dgm:spPr/>
    </dgm:pt>
    <dgm:pt modelId="{5371D5F2-9865-4AF6-8FBB-1C3E1552C8EF}" type="pres">
      <dgm:prSet presAssocID="{E0865F8B-5ED3-496B-ADA9-7DFF462D9BAE}" presName="sibTrans" presStyleLbl="sibTrans2D1" presStyleIdx="0" presStyleCnt="0"/>
      <dgm:spPr/>
    </dgm:pt>
    <dgm:pt modelId="{9C170E82-18D2-40F5-985D-35B62573785E}" type="pres">
      <dgm:prSet presAssocID="{45398F31-9549-4420-89F7-2D85821422A9}" presName="compNode" presStyleCnt="0"/>
      <dgm:spPr/>
    </dgm:pt>
    <dgm:pt modelId="{B9C5AFC8-5935-4649-8646-573D17862C80}" type="pres">
      <dgm:prSet presAssocID="{45398F31-9549-4420-89F7-2D85821422A9}" presName="iconBgRect" presStyleLbl="bgShp" presStyleIdx="1" presStyleCnt="6"/>
      <dgm:spPr/>
    </dgm:pt>
    <dgm:pt modelId="{C7BE8D6E-B6DE-49BD-BF92-403C9293C96D}" type="pres">
      <dgm:prSet presAssocID="{45398F31-9549-4420-89F7-2D85821422A9}" presName="iconRect" presStyleLbl="node1" presStyleIdx="1" presStyleCnt="6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xclamation Mark"/>
        </a:ext>
      </dgm:extLst>
    </dgm:pt>
    <dgm:pt modelId="{7DD69FCB-E3DE-4314-AB08-C261E3020337}" type="pres">
      <dgm:prSet presAssocID="{45398F31-9549-4420-89F7-2D85821422A9}" presName="spaceRect" presStyleCnt="0"/>
      <dgm:spPr/>
    </dgm:pt>
    <dgm:pt modelId="{05DE1ABE-3838-487C-8FC8-F11257E56BAA}" type="pres">
      <dgm:prSet presAssocID="{45398F31-9549-4420-89F7-2D85821422A9}" presName="textRect" presStyleLbl="revTx" presStyleIdx="1" presStyleCnt="6">
        <dgm:presLayoutVars>
          <dgm:chMax val="1"/>
          <dgm:chPref val="1"/>
        </dgm:presLayoutVars>
      </dgm:prSet>
      <dgm:spPr/>
    </dgm:pt>
    <dgm:pt modelId="{9FDD81DE-5ADC-4F7A-A69D-C9A6284BB721}" type="pres">
      <dgm:prSet presAssocID="{F8EBF771-6D4F-4898-BBD9-55B40E898857}" presName="sibTrans" presStyleLbl="sibTrans2D1" presStyleIdx="0" presStyleCnt="0"/>
      <dgm:spPr/>
    </dgm:pt>
    <dgm:pt modelId="{67500B02-EF79-43DB-A9DB-B0038C0ACEB0}" type="pres">
      <dgm:prSet presAssocID="{F5853C14-1E89-45AD-904D-DF1DB4BA7806}" presName="compNode" presStyleCnt="0"/>
      <dgm:spPr/>
    </dgm:pt>
    <dgm:pt modelId="{E6D16774-CE7B-472C-B89A-0B46C61428E0}" type="pres">
      <dgm:prSet presAssocID="{F5853C14-1E89-45AD-904D-DF1DB4BA7806}" presName="iconBgRect" presStyleLbl="bgShp" presStyleIdx="2" presStyleCnt="6"/>
      <dgm:spPr/>
    </dgm:pt>
    <dgm:pt modelId="{8B25B0E6-BB34-4683-A19B-AC494317D7B9}" type="pres">
      <dgm:prSet presAssocID="{F5853C14-1E89-45AD-904D-DF1DB4BA7806}" presName="iconRect" presStyleLbl="node1" presStyleIdx="2" presStyleCnt="6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70F4C4E7-20B7-4B60-9BBB-C56F506AA6CD}" type="pres">
      <dgm:prSet presAssocID="{F5853C14-1E89-45AD-904D-DF1DB4BA7806}" presName="spaceRect" presStyleCnt="0"/>
      <dgm:spPr/>
    </dgm:pt>
    <dgm:pt modelId="{5BEFE1DB-778F-4E31-BDE2-7F7A3D9CF6E1}" type="pres">
      <dgm:prSet presAssocID="{F5853C14-1E89-45AD-904D-DF1DB4BA7806}" presName="textRect" presStyleLbl="revTx" presStyleIdx="2" presStyleCnt="6">
        <dgm:presLayoutVars>
          <dgm:chMax val="1"/>
          <dgm:chPref val="1"/>
        </dgm:presLayoutVars>
      </dgm:prSet>
      <dgm:spPr/>
    </dgm:pt>
    <dgm:pt modelId="{050337CE-F11D-4721-A976-CAB35B420A64}" type="pres">
      <dgm:prSet presAssocID="{80E6D3A3-833D-4C23-872B-E0F897363620}" presName="sibTrans" presStyleLbl="sibTrans2D1" presStyleIdx="0" presStyleCnt="0"/>
      <dgm:spPr/>
    </dgm:pt>
    <dgm:pt modelId="{D0091D66-6AC1-4F9F-A733-4DDF1BA3AF69}" type="pres">
      <dgm:prSet presAssocID="{8C82AC5A-D150-4D3A-AE9C-8B352DA1ABBF}" presName="compNode" presStyleCnt="0"/>
      <dgm:spPr/>
    </dgm:pt>
    <dgm:pt modelId="{4FDF376B-FF0B-4C8B-83A8-AB92243C9003}" type="pres">
      <dgm:prSet presAssocID="{8C82AC5A-D150-4D3A-AE9C-8B352DA1ABBF}" presName="iconBgRect" presStyleLbl="bgShp" presStyleIdx="3" presStyleCnt="6"/>
      <dgm:spPr/>
    </dgm:pt>
    <dgm:pt modelId="{511E9F12-D7A2-49A9-ADC5-DD0B81BD2119}" type="pres">
      <dgm:prSet presAssocID="{8C82AC5A-D150-4D3A-AE9C-8B352DA1ABBF}" presName="iconRect" presStyleLbl="node1" presStyleIdx="3" presStyleCnt="6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arning"/>
        </a:ext>
      </dgm:extLst>
    </dgm:pt>
    <dgm:pt modelId="{30004B24-D4D6-4826-A312-42F0A69D45B2}" type="pres">
      <dgm:prSet presAssocID="{8C82AC5A-D150-4D3A-AE9C-8B352DA1ABBF}" presName="spaceRect" presStyleCnt="0"/>
      <dgm:spPr/>
    </dgm:pt>
    <dgm:pt modelId="{1CE188C2-612D-4866-A914-0AF85CCB6FE8}" type="pres">
      <dgm:prSet presAssocID="{8C82AC5A-D150-4D3A-AE9C-8B352DA1ABBF}" presName="textRect" presStyleLbl="revTx" presStyleIdx="3" presStyleCnt="6">
        <dgm:presLayoutVars>
          <dgm:chMax val="1"/>
          <dgm:chPref val="1"/>
        </dgm:presLayoutVars>
      </dgm:prSet>
      <dgm:spPr/>
    </dgm:pt>
    <dgm:pt modelId="{B704DB1D-8C06-4173-B9F3-B7877697A9A0}" type="pres">
      <dgm:prSet presAssocID="{A17B38CD-B83C-4535-BA6D-B4C753D887CC}" presName="sibTrans" presStyleLbl="sibTrans2D1" presStyleIdx="0" presStyleCnt="0"/>
      <dgm:spPr/>
    </dgm:pt>
    <dgm:pt modelId="{21E74201-A38E-4C0E-9699-9EAE649C26E6}" type="pres">
      <dgm:prSet presAssocID="{D7492081-6763-41BF-BDC1-96D29F933D69}" presName="compNode" presStyleCnt="0"/>
      <dgm:spPr/>
    </dgm:pt>
    <dgm:pt modelId="{1236E2DB-B92E-40B6-9F3F-17DF4D8092CD}" type="pres">
      <dgm:prSet presAssocID="{D7492081-6763-41BF-BDC1-96D29F933D69}" presName="iconBgRect" presStyleLbl="bgShp" presStyleIdx="4" presStyleCnt="6"/>
      <dgm:spPr/>
    </dgm:pt>
    <dgm:pt modelId="{7FAE12CE-3399-41E7-B895-652EA53E867C}" type="pres">
      <dgm:prSet presAssocID="{D7492081-6763-41BF-BDC1-96D29F933D69}" presName="iconRect" presStyleLbl="node1" presStyleIdx="4" presStyleCnt="6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087264D7-C362-4037-87D4-25D910064F58}" type="pres">
      <dgm:prSet presAssocID="{D7492081-6763-41BF-BDC1-96D29F933D69}" presName="spaceRect" presStyleCnt="0"/>
      <dgm:spPr/>
    </dgm:pt>
    <dgm:pt modelId="{9C2D4742-C4EB-4D53-83AA-FE8814FDB5A0}" type="pres">
      <dgm:prSet presAssocID="{D7492081-6763-41BF-BDC1-96D29F933D69}" presName="textRect" presStyleLbl="revTx" presStyleIdx="4" presStyleCnt="6">
        <dgm:presLayoutVars>
          <dgm:chMax val="1"/>
          <dgm:chPref val="1"/>
        </dgm:presLayoutVars>
      </dgm:prSet>
      <dgm:spPr/>
    </dgm:pt>
    <dgm:pt modelId="{8BB94F97-0072-4193-8B83-CDEEFDFE517A}" type="pres">
      <dgm:prSet presAssocID="{0B7BA86D-CDB3-4749-B276-50FBCB188E31}" presName="sibTrans" presStyleLbl="sibTrans2D1" presStyleIdx="0" presStyleCnt="0"/>
      <dgm:spPr/>
    </dgm:pt>
    <dgm:pt modelId="{7A11581B-E32B-4165-8285-9734743934EB}" type="pres">
      <dgm:prSet presAssocID="{7C50A007-3452-44BC-A87B-F7CC0D49D422}" presName="compNode" presStyleCnt="0"/>
      <dgm:spPr/>
    </dgm:pt>
    <dgm:pt modelId="{40AA87A3-1ED4-4878-9257-A2A87DFE043D}" type="pres">
      <dgm:prSet presAssocID="{7C50A007-3452-44BC-A87B-F7CC0D49D422}" presName="iconBgRect" presStyleLbl="bgShp" presStyleIdx="5" presStyleCnt="6"/>
      <dgm:spPr/>
    </dgm:pt>
    <dgm:pt modelId="{7F9BBC00-9EE4-4C0E-B66E-58C9E7859B82}" type="pres">
      <dgm:prSet presAssocID="{7C50A007-3452-44BC-A87B-F7CC0D49D422}" presName="iconRect" presStyleLbl="node1" presStyleIdx="5" presStyleCnt="6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yncing Cloud"/>
        </a:ext>
      </dgm:extLst>
    </dgm:pt>
    <dgm:pt modelId="{F7FD0372-CC9F-4882-A34A-612D78F7E049}" type="pres">
      <dgm:prSet presAssocID="{7C50A007-3452-44BC-A87B-F7CC0D49D422}" presName="spaceRect" presStyleCnt="0"/>
      <dgm:spPr/>
    </dgm:pt>
    <dgm:pt modelId="{8AF752D2-2F55-4B5D-94A0-CE0EECDBB085}" type="pres">
      <dgm:prSet presAssocID="{7C50A007-3452-44BC-A87B-F7CC0D49D422}" presName="textRect" presStyleLbl="revTx" presStyleIdx="5" presStyleCnt="6">
        <dgm:presLayoutVars>
          <dgm:chMax val="1"/>
          <dgm:chPref val="1"/>
        </dgm:presLayoutVars>
      </dgm:prSet>
      <dgm:spPr/>
    </dgm:pt>
  </dgm:ptLst>
  <dgm:cxnLst>
    <dgm:cxn modelId="{4F56B90C-0AEB-4FB3-973F-D378B3FF2DD4}" type="presOf" srcId="{F5853C14-1E89-45AD-904D-DF1DB4BA7806}" destId="{5BEFE1DB-778F-4E31-BDE2-7F7A3D9CF6E1}" srcOrd="0" destOrd="0" presId="urn:microsoft.com/office/officeart/2018/2/layout/IconCircleList"/>
    <dgm:cxn modelId="{EAA0D611-F1DC-4C4C-B56C-0CE7826F32CE}" type="presOf" srcId="{A17B38CD-B83C-4535-BA6D-B4C753D887CC}" destId="{B704DB1D-8C06-4173-B9F3-B7877697A9A0}" srcOrd="0" destOrd="0" presId="urn:microsoft.com/office/officeart/2018/2/layout/IconCircleList"/>
    <dgm:cxn modelId="{A0348C19-6A39-41BA-92D5-0FFBE6B30832}" type="presOf" srcId="{0B7BA86D-CDB3-4749-B276-50FBCB188E31}" destId="{8BB94F97-0072-4193-8B83-CDEEFDFE517A}" srcOrd="0" destOrd="0" presId="urn:microsoft.com/office/officeart/2018/2/layout/IconCircleList"/>
    <dgm:cxn modelId="{B99B9F20-EB81-43DB-B70F-87DDB0296B1F}" type="presOf" srcId="{D7492081-6763-41BF-BDC1-96D29F933D69}" destId="{9C2D4742-C4EB-4D53-83AA-FE8814FDB5A0}" srcOrd="0" destOrd="0" presId="urn:microsoft.com/office/officeart/2018/2/layout/IconCircleList"/>
    <dgm:cxn modelId="{C6B99D28-8C61-4E42-B99D-FDE875CE9A51}" type="presOf" srcId="{0EB8E078-DFCB-46E8-A457-7B21B04C605D}" destId="{31ED09BC-4A4F-423D-8BAC-FAACF39CE1DA}" srcOrd="0" destOrd="0" presId="urn:microsoft.com/office/officeart/2018/2/layout/IconCircleList"/>
    <dgm:cxn modelId="{7B9E1361-C3AD-40F7-A187-EA5E5CEA6CF3}" type="presOf" srcId="{80E6D3A3-833D-4C23-872B-E0F897363620}" destId="{050337CE-F11D-4721-A976-CAB35B420A64}" srcOrd="0" destOrd="0" presId="urn:microsoft.com/office/officeart/2018/2/layout/IconCircleList"/>
    <dgm:cxn modelId="{21162641-A988-4B23-BABC-42FE49153BE3}" type="presOf" srcId="{7C50A007-3452-44BC-A87B-F7CC0D49D422}" destId="{8AF752D2-2F55-4B5D-94A0-CE0EECDBB085}" srcOrd="0" destOrd="0" presId="urn:microsoft.com/office/officeart/2018/2/layout/IconCircleList"/>
    <dgm:cxn modelId="{4915E54F-6A33-4B10-ADB0-A511400EADBD}" srcId="{7542D969-A356-4644-A0DE-4533AE596430}" destId="{8C82AC5A-D150-4D3A-AE9C-8B352DA1ABBF}" srcOrd="3" destOrd="0" parTransId="{29C2E063-10A2-4C59-B864-62DE67165E13}" sibTransId="{A17B38CD-B83C-4535-BA6D-B4C753D887CC}"/>
    <dgm:cxn modelId="{1CA1B472-9464-42AF-AEB3-041A193E9EED}" srcId="{7542D969-A356-4644-A0DE-4533AE596430}" destId="{D7492081-6763-41BF-BDC1-96D29F933D69}" srcOrd="4" destOrd="0" parTransId="{7F2B1E30-7E77-4505-B32C-0F9C8F142BF1}" sibTransId="{0B7BA86D-CDB3-4749-B276-50FBCB188E31}"/>
    <dgm:cxn modelId="{E1B4A874-CD80-49DF-BC79-9B24773396BF}" type="presOf" srcId="{45398F31-9549-4420-89F7-2D85821422A9}" destId="{05DE1ABE-3838-487C-8FC8-F11257E56BAA}" srcOrd="0" destOrd="0" presId="urn:microsoft.com/office/officeart/2018/2/layout/IconCircleList"/>
    <dgm:cxn modelId="{3788D883-A93D-4EF1-8011-6FDEB815CDC2}" srcId="{7542D969-A356-4644-A0DE-4533AE596430}" destId="{45398F31-9549-4420-89F7-2D85821422A9}" srcOrd="1" destOrd="0" parTransId="{C55D2572-E414-4C53-9298-01683ED713E6}" sibTransId="{F8EBF771-6D4F-4898-BBD9-55B40E898857}"/>
    <dgm:cxn modelId="{6538729D-438C-41C7-8CE4-BF86CBFAA3AD}" type="presOf" srcId="{7542D969-A356-4644-A0DE-4533AE596430}" destId="{7C5B2A7E-B7E1-4BCC-A7C1-98A4F2211E29}" srcOrd="0" destOrd="0" presId="urn:microsoft.com/office/officeart/2018/2/layout/IconCircleList"/>
    <dgm:cxn modelId="{65C320AD-6AB1-4B7C-AE15-82573C1DE6A5}" srcId="{7542D969-A356-4644-A0DE-4533AE596430}" destId="{7C50A007-3452-44BC-A87B-F7CC0D49D422}" srcOrd="5" destOrd="0" parTransId="{65A2F66A-B70F-42C2-BB45-23E320E7BD2B}" sibTransId="{1F9A68F5-B5D0-44A5-891D-99278B635431}"/>
    <dgm:cxn modelId="{01E5E7BD-E031-4BC2-A16D-05B8990BD2AD}" type="presOf" srcId="{F8EBF771-6D4F-4898-BBD9-55B40E898857}" destId="{9FDD81DE-5ADC-4F7A-A69D-C9A6284BB721}" srcOrd="0" destOrd="0" presId="urn:microsoft.com/office/officeart/2018/2/layout/IconCircleList"/>
    <dgm:cxn modelId="{7352CFBF-2CDE-48FB-AEFB-944C7399DC7F}" srcId="{7542D969-A356-4644-A0DE-4533AE596430}" destId="{F5853C14-1E89-45AD-904D-DF1DB4BA7806}" srcOrd="2" destOrd="0" parTransId="{80429B55-702B-4802-996D-9C785B08FFB7}" sibTransId="{80E6D3A3-833D-4C23-872B-E0F897363620}"/>
    <dgm:cxn modelId="{2D8196C6-2505-4FCC-8EE2-0AEEB5DC8E38}" srcId="{7542D969-A356-4644-A0DE-4533AE596430}" destId="{0EB8E078-DFCB-46E8-A457-7B21B04C605D}" srcOrd="0" destOrd="0" parTransId="{49D8F32F-A269-404E-B28B-89F67E77374A}" sibTransId="{E0865F8B-5ED3-496B-ADA9-7DFF462D9BAE}"/>
    <dgm:cxn modelId="{04AA80CD-097C-43B8-822B-5F3502992FD9}" type="presOf" srcId="{8C82AC5A-D150-4D3A-AE9C-8B352DA1ABBF}" destId="{1CE188C2-612D-4866-A914-0AF85CCB6FE8}" srcOrd="0" destOrd="0" presId="urn:microsoft.com/office/officeart/2018/2/layout/IconCircleList"/>
    <dgm:cxn modelId="{B00F4DDC-F406-42CA-95A6-A3DBAD774FA1}" type="presOf" srcId="{E0865F8B-5ED3-496B-ADA9-7DFF462D9BAE}" destId="{5371D5F2-9865-4AF6-8FBB-1C3E1552C8EF}" srcOrd="0" destOrd="0" presId="urn:microsoft.com/office/officeart/2018/2/layout/IconCircleList"/>
    <dgm:cxn modelId="{BB3F0256-B627-49A0-B329-C7A0F81D535D}" type="presParOf" srcId="{7C5B2A7E-B7E1-4BCC-A7C1-98A4F2211E29}" destId="{C543DA31-4DD7-4575-8EC4-B473C1FB3856}" srcOrd="0" destOrd="0" presId="urn:microsoft.com/office/officeart/2018/2/layout/IconCircleList"/>
    <dgm:cxn modelId="{2804A573-6126-4626-AD6A-5DF8835489DB}" type="presParOf" srcId="{C543DA31-4DD7-4575-8EC4-B473C1FB3856}" destId="{138D81AA-0A19-4D67-9E8C-C75650943A3A}" srcOrd="0" destOrd="0" presId="urn:microsoft.com/office/officeart/2018/2/layout/IconCircleList"/>
    <dgm:cxn modelId="{57C487A0-F3C4-4464-8C8C-B686EB9A0A3A}" type="presParOf" srcId="{138D81AA-0A19-4D67-9E8C-C75650943A3A}" destId="{FA9135A6-0FEC-43B4-BDC8-0A97E10F7A1E}" srcOrd="0" destOrd="0" presId="urn:microsoft.com/office/officeart/2018/2/layout/IconCircleList"/>
    <dgm:cxn modelId="{2BFD8F75-6C7C-4516-B834-1ED2EF4C7144}" type="presParOf" srcId="{138D81AA-0A19-4D67-9E8C-C75650943A3A}" destId="{70BDCF50-1E2B-4EA9-9D11-F84056AFA40D}" srcOrd="1" destOrd="0" presId="urn:microsoft.com/office/officeart/2018/2/layout/IconCircleList"/>
    <dgm:cxn modelId="{6DB3766A-52E9-44C2-B84A-970B69CC2BA7}" type="presParOf" srcId="{138D81AA-0A19-4D67-9E8C-C75650943A3A}" destId="{70C6ECED-9044-4FB2-A369-4AC8C0237162}" srcOrd="2" destOrd="0" presId="urn:microsoft.com/office/officeart/2018/2/layout/IconCircleList"/>
    <dgm:cxn modelId="{D6098975-E80A-4C74-8362-F68B62331F2A}" type="presParOf" srcId="{138D81AA-0A19-4D67-9E8C-C75650943A3A}" destId="{31ED09BC-4A4F-423D-8BAC-FAACF39CE1DA}" srcOrd="3" destOrd="0" presId="urn:microsoft.com/office/officeart/2018/2/layout/IconCircleList"/>
    <dgm:cxn modelId="{4E1A7EB1-08C6-4AA8-B588-4F76501061F6}" type="presParOf" srcId="{C543DA31-4DD7-4575-8EC4-B473C1FB3856}" destId="{5371D5F2-9865-4AF6-8FBB-1C3E1552C8EF}" srcOrd="1" destOrd="0" presId="urn:microsoft.com/office/officeart/2018/2/layout/IconCircleList"/>
    <dgm:cxn modelId="{10FAFBD6-182C-4422-82B8-A5E148B65C84}" type="presParOf" srcId="{C543DA31-4DD7-4575-8EC4-B473C1FB3856}" destId="{9C170E82-18D2-40F5-985D-35B62573785E}" srcOrd="2" destOrd="0" presId="urn:microsoft.com/office/officeart/2018/2/layout/IconCircleList"/>
    <dgm:cxn modelId="{71BD9EA2-70BA-4249-851F-5D342E885905}" type="presParOf" srcId="{9C170E82-18D2-40F5-985D-35B62573785E}" destId="{B9C5AFC8-5935-4649-8646-573D17862C80}" srcOrd="0" destOrd="0" presId="urn:microsoft.com/office/officeart/2018/2/layout/IconCircleList"/>
    <dgm:cxn modelId="{91AA81E2-707B-4CB6-9279-79DD9CFBA331}" type="presParOf" srcId="{9C170E82-18D2-40F5-985D-35B62573785E}" destId="{C7BE8D6E-B6DE-49BD-BF92-403C9293C96D}" srcOrd="1" destOrd="0" presId="urn:microsoft.com/office/officeart/2018/2/layout/IconCircleList"/>
    <dgm:cxn modelId="{C4313DCF-09C4-4FFA-B882-ECB19A2561E0}" type="presParOf" srcId="{9C170E82-18D2-40F5-985D-35B62573785E}" destId="{7DD69FCB-E3DE-4314-AB08-C261E3020337}" srcOrd="2" destOrd="0" presId="urn:microsoft.com/office/officeart/2018/2/layout/IconCircleList"/>
    <dgm:cxn modelId="{F98D6490-1650-41ED-B700-BD8A7788AB13}" type="presParOf" srcId="{9C170E82-18D2-40F5-985D-35B62573785E}" destId="{05DE1ABE-3838-487C-8FC8-F11257E56BAA}" srcOrd="3" destOrd="0" presId="urn:microsoft.com/office/officeart/2018/2/layout/IconCircleList"/>
    <dgm:cxn modelId="{BCBEAF75-27BF-413D-B7ED-12039B15AB9A}" type="presParOf" srcId="{C543DA31-4DD7-4575-8EC4-B473C1FB3856}" destId="{9FDD81DE-5ADC-4F7A-A69D-C9A6284BB721}" srcOrd="3" destOrd="0" presId="urn:microsoft.com/office/officeart/2018/2/layout/IconCircleList"/>
    <dgm:cxn modelId="{B4EAAC35-77FE-4D6F-B319-FA9E273D970A}" type="presParOf" srcId="{C543DA31-4DD7-4575-8EC4-B473C1FB3856}" destId="{67500B02-EF79-43DB-A9DB-B0038C0ACEB0}" srcOrd="4" destOrd="0" presId="urn:microsoft.com/office/officeart/2018/2/layout/IconCircleList"/>
    <dgm:cxn modelId="{348EEC58-450C-41A3-B056-13BF8214ED95}" type="presParOf" srcId="{67500B02-EF79-43DB-A9DB-B0038C0ACEB0}" destId="{E6D16774-CE7B-472C-B89A-0B46C61428E0}" srcOrd="0" destOrd="0" presId="urn:microsoft.com/office/officeart/2018/2/layout/IconCircleList"/>
    <dgm:cxn modelId="{8CC2738D-C36D-4CD3-AC01-DF4830B98B6D}" type="presParOf" srcId="{67500B02-EF79-43DB-A9DB-B0038C0ACEB0}" destId="{8B25B0E6-BB34-4683-A19B-AC494317D7B9}" srcOrd="1" destOrd="0" presId="urn:microsoft.com/office/officeart/2018/2/layout/IconCircleList"/>
    <dgm:cxn modelId="{6E3422A2-C75B-4AEE-9964-FF90640DCF00}" type="presParOf" srcId="{67500B02-EF79-43DB-A9DB-B0038C0ACEB0}" destId="{70F4C4E7-20B7-4B60-9BBB-C56F506AA6CD}" srcOrd="2" destOrd="0" presId="urn:microsoft.com/office/officeart/2018/2/layout/IconCircleList"/>
    <dgm:cxn modelId="{AF88EAAB-922D-4700-94A3-F37FB2715444}" type="presParOf" srcId="{67500B02-EF79-43DB-A9DB-B0038C0ACEB0}" destId="{5BEFE1DB-778F-4E31-BDE2-7F7A3D9CF6E1}" srcOrd="3" destOrd="0" presId="urn:microsoft.com/office/officeart/2018/2/layout/IconCircleList"/>
    <dgm:cxn modelId="{ABC87350-A0EC-44C1-A233-C96BE8EEE351}" type="presParOf" srcId="{C543DA31-4DD7-4575-8EC4-B473C1FB3856}" destId="{050337CE-F11D-4721-A976-CAB35B420A64}" srcOrd="5" destOrd="0" presId="urn:microsoft.com/office/officeart/2018/2/layout/IconCircleList"/>
    <dgm:cxn modelId="{623E71C5-DB94-4825-92A8-5737A9BD46C7}" type="presParOf" srcId="{C543DA31-4DD7-4575-8EC4-B473C1FB3856}" destId="{D0091D66-6AC1-4F9F-A733-4DDF1BA3AF69}" srcOrd="6" destOrd="0" presId="urn:microsoft.com/office/officeart/2018/2/layout/IconCircleList"/>
    <dgm:cxn modelId="{F424D535-D5D0-4EBB-B3A1-4D16E264C244}" type="presParOf" srcId="{D0091D66-6AC1-4F9F-A733-4DDF1BA3AF69}" destId="{4FDF376B-FF0B-4C8B-83A8-AB92243C9003}" srcOrd="0" destOrd="0" presId="urn:microsoft.com/office/officeart/2018/2/layout/IconCircleList"/>
    <dgm:cxn modelId="{3958958A-2AB7-4B20-8285-3E7D6B346583}" type="presParOf" srcId="{D0091D66-6AC1-4F9F-A733-4DDF1BA3AF69}" destId="{511E9F12-D7A2-49A9-ADC5-DD0B81BD2119}" srcOrd="1" destOrd="0" presId="urn:microsoft.com/office/officeart/2018/2/layout/IconCircleList"/>
    <dgm:cxn modelId="{493BC534-22FC-4C41-BABF-351852CF3727}" type="presParOf" srcId="{D0091D66-6AC1-4F9F-A733-4DDF1BA3AF69}" destId="{30004B24-D4D6-4826-A312-42F0A69D45B2}" srcOrd="2" destOrd="0" presId="urn:microsoft.com/office/officeart/2018/2/layout/IconCircleList"/>
    <dgm:cxn modelId="{5779FBDE-9CBA-4C72-B6B2-BDDC23B6FE4C}" type="presParOf" srcId="{D0091D66-6AC1-4F9F-A733-4DDF1BA3AF69}" destId="{1CE188C2-612D-4866-A914-0AF85CCB6FE8}" srcOrd="3" destOrd="0" presId="urn:microsoft.com/office/officeart/2018/2/layout/IconCircleList"/>
    <dgm:cxn modelId="{89337AA2-6BE1-4E5D-A9E6-00EBFAC34C0A}" type="presParOf" srcId="{C543DA31-4DD7-4575-8EC4-B473C1FB3856}" destId="{B704DB1D-8C06-4173-B9F3-B7877697A9A0}" srcOrd="7" destOrd="0" presId="urn:microsoft.com/office/officeart/2018/2/layout/IconCircleList"/>
    <dgm:cxn modelId="{EA53E0AD-6374-42CF-BBF2-0980E1C60DF2}" type="presParOf" srcId="{C543DA31-4DD7-4575-8EC4-B473C1FB3856}" destId="{21E74201-A38E-4C0E-9699-9EAE649C26E6}" srcOrd="8" destOrd="0" presId="urn:microsoft.com/office/officeart/2018/2/layout/IconCircleList"/>
    <dgm:cxn modelId="{430282BE-A53F-4FB0-BEF6-605AD81E998B}" type="presParOf" srcId="{21E74201-A38E-4C0E-9699-9EAE649C26E6}" destId="{1236E2DB-B92E-40B6-9F3F-17DF4D8092CD}" srcOrd="0" destOrd="0" presId="urn:microsoft.com/office/officeart/2018/2/layout/IconCircleList"/>
    <dgm:cxn modelId="{40344FFF-1081-406C-A229-71174404E148}" type="presParOf" srcId="{21E74201-A38E-4C0E-9699-9EAE649C26E6}" destId="{7FAE12CE-3399-41E7-B895-652EA53E867C}" srcOrd="1" destOrd="0" presId="urn:microsoft.com/office/officeart/2018/2/layout/IconCircleList"/>
    <dgm:cxn modelId="{4589DD27-51FB-47D5-8AF4-406D53BD1F04}" type="presParOf" srcId="{21E74201-A38E-4C0E-9699-9EAE649C26E6}" destId="{087264D7-C362-4037-87D4-25D910064F58}" srcOrd="2" destOrd="0" presId="urn:microsoft.com/office/officeart/2018/2/layout/IconCircleList"/>
    <dgm:cxn modelId="{32A40C5D-3700-4B25-9918-8C54AF791311}" type="presParOf" srcId="{21E74201-A38E-4C0E-9699-9EAE649C26E6}" destId="{9C2D4742-C4EB-4D53-83AA-FE8814FDB5A0}" srcOrd="3" destOrd="0" presId="urn:microsoft.com/office/officeart/2018/2/layout/IconCircleList"/>
    <dgm:cxn modelId="{751E2B2A-C0FE-4AAA-A396-C40550CF4ACC}" type="presParOf" srcId="{C543DA31-4DD7-4575-8EC4-B473C1FB3856}" destId="{8BB94F97-0072-4193-8B83-CDEEFDFE517A}" srcOrd="9" destOrd="0" presId="urn:microsoft.com/office/officeart/2018/2/layout/IconCircleList"/>
    <dgm:cxn modelId="{6E3AF9F2-603D-40CC-9D87-5D1ECE0862CF}" type="presParOf" srcId="{C543DA31-4DD7-4575-8EC4-B473C1FB3856}" destId="{7A11581B-E32B-4165-8285-9734743934EB}" srcOrd="10" destOrd="0" presId="urn:microsoft.com/office/officeart/2018/2/layout/IconCircleList"/>
    <dgm:cxn modelId="{40DA0237-BB53-4C0D-9E05-307D353051D3}" type="presParOf" srcId="{7A11581B-E32B-4165-8285-9734743934EB}" destId="{40AA87A3-1ED4-4878-9257-A2A87DFE043D}" srcOrd="0" destOrd="0" presId="urn:microsoft.com/office/officeart/2018/2/layout/IconCircleList"/>
    <dgm:cxn modelId="{EB80D132-E686-464D-9CC6-854BB1054FAD}" type="presParOf" srcId="{7A11581B-E32B-4165-8285-9734743934EB}" destId="{7F9BBC00-9EE4-4C0E-B66E-58C9E7859B82}" srcOrd="1" destOrd="0" presId="urn:microsoft.com/office/officeart/2018/2/layout/IconCircleList"/>
    <dgm:cxn modelId="{FF330349-F37E-465A-910A-EADD4EB89B71}" type="presParOf" srcId="{7A11581B-E32B-4165-8285-9734743934EB}" destId="{F7FD0372-CC9F-4882-A34A-612D78F7E049}" srcOrd="2" destOrd="0" presId="urn:microsoft.com/office/officeart/2018/2/layout/IconCircleList"/>
    <dgm:cxn modelId="{51F6C844-DA8B-41B3-820E-91E925F4D260}" type="presParOf" srcId="{7A11581B-E32B-4165-8285-9734743934EB}" destId="{8AF752D2-2F55-4B5D-94A0-CE0EECDBB085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EC37BE76-215B-4ECC-8D69-8A5C9592A595}" type="doc">
      <dgm:prSet loTypeId="urn:microsoft.com/office/officeart/2018/2/layout/IconCircleList" loCatId="icon" qsTypeId="urn:microsoft.com/office/officeart/2005/8/quickstyle/simple1" qsCatId="simple" csTypeId="urn:microsoft.com/office/officeart/2018/5/colors/Iconchunking_coloredtext_colorful1" csCatId="colorful" phldr="1"/>
      <dgm:spPr/>
      <dgm:t>
        <a:bodyPr/>
        <a:lstStyle/>
        <a:p>
          <a:endParaRPr lang="en-US"/>
        </a:p>
      </dgm:t>
    </dgm:pt>
    <dgm:pt modelId="{25EC424A-DE21-4A00-B689-BAFDB8EFDCB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Multi-LLM orchestration: routes tasks to best-suited model</a:t>
          </a:r>
        </a:p>
      </dgm:t>
    </dgm:pt>
    <dgm:pt modelId="{835FB992-0BAF-4ACD-B242-555E28B94CF0}" type="parTrans" cxnId="{4F3701C1-D4C3-4199-859C-00EE6C3664E5}">
      <dgm:prSet/>
      <dgm:spPr/>
      <dgm:t>
        <a:bodyPr/>
        <a:lstStyle/>
        <a:p>
          <a:endParaRPr lang="en-US"/>
        </a:p>
      </dgm:t>
    </dgm:pt>
    <dgm:pt modelId="{002CEC9A-6F1C-4057-9248-A3A98A464833}" type="sibTrans" cxnId="{4F3701C1-D4C3-4199-859C-00EE6C3664E5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84BDF34C-32FF-4175-8DDE-FDF60F93E58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Agent orchestration engine for modular workflows</a:t>
          </a:r>
        </a:p>
      </dgm:t>
    </dgm:pt>
    <dgm:pt modelId="{402B0B1C-871E-41E0-8117-729B9BFE3B59}" type="parTrans" cxnId="{F29D8D0F-BB05-4A36-B167-05B8BB6B3B6E}">
      <dgm:prSet/>
      <dgm:spPr/>
      <dgm:t>
        <a:bodyPr/>
        <a:lstStyle/>
        <a:p>
          <a:endParaRPr lang="en-US"/>
        </a:p>
      </dgm:t>
    </dgm:pt>
    <dgm:pt modelId="{BC1F86D0-5A0C-4010-A7CF-453E95CD89E2}" type="sibTrans" cxnId="{F29D8D0F-BB05-4A36-B167-05B8BB6B3B6E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5E6D6B46-0735-40DA-8183-48D5BD61FF0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Security &amp; compliance integrated via AgentOps</a:t>
          </a:r>
        </a:p>
      </dgm:t>
    </dgm:pt>
    <dgm:pt modelId="{F308A4AB-0D98-4B16-A2B0-DA20DBAD0631}" type="parTrans" cxnId="{8DF650CB-9E55-4509-8C01-DDEF8E353B01}">
      <dgm:prSet/>
      <dgm:spPr/>
      <dgm:t>
        <a:bodyPr/>
        <a:lstStyle/>
        <a:p>
          <a:endParaRPr lang="en-US"/>
        </a:p>
      </dgm:t>
    </dgm:pt>
    <dgm:pt modelId="{DE69A3D4-4D21-42CE-9A9B-D9FE7E21E8A9}" type="sibTrans" cxnId="{8DF650CB-9E55-4509-8C01-DDEF8E353B01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72041AAF-B61C-40E3-9647-480DFECE7B6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IDE, CLI, and chat interfaces</a:t>
          </a:r>
        </a:p>
      </dgm:t>
    </dgm:pt>
    <dgm:pt modelId="{04E4D993-D284-4D7C-A32C-6918C4AAE665}" type="parTrans" cxnId="{67BDF666-94F2-46A0-8A78-B89DB3442FA2}">
      <dgm:prSet/>
      <dgm:spPr/>
      <dgm:t>
        <a:bodyPr/>
        <a:lstStyle/>
        <a:p>
          <a:endParaRPr lang="en-US"/>
        </a:p>
      </dgm:t>
    </dgm:pt>
    <dgm:pt modelId="{6D57F278-22A3-4AA9-B0DB-1A9327F39323}" type="sibTrans" cxnId="{67BDF666-94F2-46A0-8A78-B89DB3442FA2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894189E4-D4E5-42E5-BCFB-A141F11052F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Repository context layer for persistent awareness</a:t>
          </a:r>
        </a:p>
      </dgm:t>
    </dgm:pt>
    <dgm:pt modelId="{B0C9ADBF-30D3-476D-A51D-99937C15D9A1}" type="parTrans" cxnId="{EB34CF20-33EF-4245-A609-D77AF4496D09}">
      <dgm:prSet/>
      <dgm:spPr/>
      <dgm:t>
        <a:bodyPr/>
        <a:lstStyle/>
        <a:p>
          <a:endParaRPr lang="en-US"/>
        </a:p>
      </dgm:t>
    </dgm:pt>
    <dgm:pt modelId="{AB7CFFE2-6872-416E-B5FB-EC815902863A}" type="sibTrans" cxnId="{EB34CF20-33EF-4245-A609-D77AF4496D09}">
      <dgm:prSet/>
      <dgm:spPr/>
      <dgm:t>
        <a:bodyPr/>
        <a:lstStyle/>
        <a:p>
          <a:endParaRPr lang="en-US"/>
        </a:p>
      </dgm:t>
    </dgm:pt>
    <dgm:pt modelId="{21A52952-0E58-4C64-8924-6A5583845CCE}" type="pres">
      <dgm:prSet presAssocID="{EC37BE76-215B-4ECC-8D69-8A5C9592A595}" presName="root" presStyleCnt="0">
        <dgm:presLayoutVars>
          <dgm:dir/>
          <dgm:resizeHandles val="exact"/>
        </dgm:presLayoutVars>
      </dgm:prSet>
      <dgm:spPr/>
    </dgm:pt>
    <dgm:pt modelId="{0CD17A8B-AED0-4FB8-9945-8CCED67E9E2E}" type="pres">
      <dgm:prSet presAssocID="{EC37BE76-215B-4ECC-8D69-8A5C9592A595}" presName="container" presStyleCnt="0">
        <dgm:presLayoutVars>
          <dgm:dir/>
          <dgm:resizeHandles val="exact"/>
        </dgm:presLayoutVars>
      </dgm:prSet>
      <dgm:spPr/>
    </dgm:pt>
    <dgm:pt modelId="{33C26567-B8A8-49A9-92B1-0E9792E5AB2B}" type="pres">
      <dgm:prSet presAssocID="{25EC424A-DE21-4A00-B689-BAFDB8EFDCB0}" presName="compNode" presStyleCnt="0"/>
      <dgm:spPr/>
    </dgm:pt>
    <dgm:pt modelId="{B5F88A37-DCE4-4A9B-AA3C-E77A9558889E}" type="pres">
      <dgm:prSet presAssocID="{25EC424A-DE21-4A00-B689-BAFDB8EFDCB0}" presName="iconBgRect" presStyleLbl="bgShp" presStyleIdx="0" presStyleCnt="5"/>
      <dgm:spPr/>
    </dgm:pt>
    <dgm:pt modelId="{78C4ED98-C39A-49E0-A1BB-9BD7FAC270FA}" type="pres">
      <dgm:prSet presAssocID="{25EC424A-DE21-4A00-B689-BAFDB8EFDCB0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rawing Compass"/>
        </a:ext>
      </dgm:extLst>
    </dgm:pt>
    <dgm:pt modelId="{B340B991-D3D9-42B2-930E-0188EB8E1500}" type="pres">
      <dgm:prSet presAssocID="{25EC424A-DE21-4A00-B689-BAFDB8EFDCB0}" presName="spaceRect" presStyleCnt="0"/>
      <dgm:spPr/>
    </dgm:pt>
    <dgm:pt modelId="{B48594AB-91D1-403D-85A1-4D3ABCD124F5}" type="pres">
      <dgm:prSet presAssocID="{25EC424A-DE21-4A00-B689-BAFDB8EFDCB0}" presName="textRect" presStyleLbl="revTx" presStyleIdx="0" presStyleCnt="5">
        <dgm:presLayoutVars>
          <dgm:chMax val="1"/>
          <dgm:chPref val="1"/>
        </dgm:presLayoutVars>
      </dgm:prSet>
      <dgm:spPr/>
    </dgm:pt>
    <dgm:pt modelId="{65BC2EF3-5F0F-4FF0-AE5D-96AB78431DEC}" type="pres">
      <dgm:prSet presAssocID="{002CEC9A-6F1C-4057-9248-A3A98A464833}" presName="sibTrans" presStyleLbl="sibTrans2D1" presStyleIdx="0" presStyleCnt="0"/>
      <dgm:spPr/>
    </dgm:pt>
    <dgm:pt modelId="{871A7E99-02D4-4239-B5F4-4AB4203E9BBD}" type="pres">
      <dgm:prSet presAssocID="{84BDF34C-32FF-4175-8DDE-FDF60F93E58B}" presName="compNode" presStyleCnt="0"/>
      <dgm:spPr/>
    </dgm:pt>
    <dgm:pt modelId="{0DCAF89E-AC19-4788-882B-A68AE40C8213}" type="pres">
      <dgm:prSet presAssocID="{84BDF34C-32FF-4175-8DDE-FDF60F93E58B}" presName="iconBgRect" presStyleLbl="bgShp" presStyleIdx="1" presStyleCnt="5"/>
      <dgm:spPr/>
    </dgm:pt>
    <dgm:pt modelId="{35A8583E-282E-4174-B9A8-C5076C6FEC23}" type="pres">
      <dgm:prSet presAssocID="{84BDF34C-32FF-4175-8DDE-FDF60F93E58B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BEE2270E-7AC4-4995-AFCE-1B705379429B}" type="pres">
      <dgm:prSet presAssocID="{84BDF34C-32FF-4175-8DDE-FDF60F93E58B}" presName="spaceRect" presStyleCnt="0"/>
      <dgm:spPr/>
    </dgm:pt>
    <dgm:pt modelId="{6F9262B0-6EFB-4E65-82B0-0B4687CEF910}" type="pres">
      <dgm:prSet presAssocID="{84BDF34C-32FF-4175-8DDE-FDF60F93E58B}" presName="textRect" presStyleLbl="revTx" presStyleIdx="1" presStyleCnt="5">
        <dgm:presLayoutVars>
          <dgm:chMax val="1"/>
          <dgm:chPref val="1"/>
        </dgm:presLayoutVars>
      </dgm:prSet>
      <dgm:spPr/>
    </dgm:pt>
    <dgm:pt modelId="{A19BC91A-28F9-496F-8A95-8E7F964CCA26}" type="pres">
      <dgm:prSet presAssocID="{BC1F86D0-5A0C-4010-A7CF-453E95CD89E2}" presName="sibTrans" presStyleLbl="sibTrans2D1" presStyleIdx="0" presStyleCnt="0"/>
      <dgm:spPr/>
    </dgm:pt>
    <dgm:pt modelId="{4EDE420D-A9E3-4B3C-8A01-DCE23CF822FE}" type="pres">
      <dgm:prSet presAssocID="{5E6D6B46-0735-40DA-8183-48D5BD61FF01}" presName="compNode" presStyleCnt="0"/>
      <dgm:spPr/>
    </dgm:pt>
    <dgm:pt modelId="{72210003-789C-4741-AD03-B0E59550D7DE}" type="pres">
      <dgm:prSet presAssocID="{5E6D6B46-0735-40DA-8183-48D5BD61FF01}" presName="iconBgRect" presStyleLbl="bgShp" presStyleIdx="2" presStyleCnt="5"/>
      <dgm:spPr/>
    </dgm:pt>
    <dgm:pt modelId="{662F306E-8173-4718-8F91-B545DBD0D4E4}" type="pres">
      <dgm:prSet presAssocID="{5E6D6B46-0735-40DA-8183-48D5BD61FF01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ock"/>
        </a:ext>
      </dgm:extLst>
    </dgm:pt>
    <dgm:pt modelId="{D733D029-A1D6-4A53-863C-8F28D2BC7004}" type="pres">
      <dgm:prSet presAssocID="{5E6D6B46-0735-40DA-8183-48D5BD61FF01}" presName="spaceRect" presStyleCnt="0"/>
      <dgm:spPr/>
    </dgm:pt>
    <dgm:pt modelId="{A1814284-F92C-4430-80DA-936A870F4A74}" type="pres">
      <dgm:prSet presAssocID="{5E6D6B46-0735-40DA-8183-48D5BD61FF01}" presName="textRect" presStyleLbl="revTx" presStyleIdx="2" presStyleCnt="5">
        <dgm:presLayoutVars>
          <dgm:chMax val="1"/>
          <dgm:chPref val="1"/>
        </dgm:presLayoutVars>
      </dgm:prSet>
      <dgm:spPr/>
    </dgm:pt>
    <dgm:pt modelId="{82F0FF74-D229-4010-A279-C31E042D5451}" type="pres">
      <dgm:prSet presAssocID="{DE69A3D4-4D21-42CE-9A9B-D9FE7E21E8A9}" presName="sibTrans" presStyleLbl="sibTrans2D1" presStyleIdx="0" presStyleCnt="0"/>
      <dgm:spPr/>
    </dgm:pt>
    <dgm:pt modelId="{23AEEC96-B167-4D80-9F05-F6A7B5B0FA61}" type="pres">
      <dgm:prSet presAssocID="{72041AAF-B61C-40E3-9647-480DFECE7B67}" presName="compNode" presStyleCnt="0"/>
      <dgm:spPr/>
    </dgm:pt>
    <dgm:pt modelId="{63CEF49A-2DE9-4169-B6A3-061F231B754F}" type="pres">
      <dgm:prSet presAssocID="{72041AAF-B61C-40E3-9647-480DFECE7B67}" presName="iconBgRect" presStyleLbl="bgShp" presStyleIdx="3" presStyleCnt="5"/>
      <dgm:spPr/>
    </dgm:pt>
    <dgm:pt modelId="{4EC1542C-8B84-4D25-991C-574882545545}" type="pres">
      <dgm:prSet presAssocID="{72041AAF-B61C-40E3-9647-480DFECE7B67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peech"/>
        </a:ext>
      </dgm:extLst>
    </dgm:pt>
    <dgm:pt modelId="{EBCEDC5D-418E-4B37-B00B-7C05957EE245}" type="pres">
      <dgm:prSet presAssocID="{72041AAF-B61C-40E3-9647-480DFECE7B67}" presName="spaceRect" presStyleCnt="0"/>
      <dgm:spPr/>
    </dgm:pt>
    <dgm:pt modelId="{C58D0510-E741-4FDC-9FC3-10590A63AABD}" type="pres">
      <dgm:prSet presAssocID="{72041AAF-B61C-40E3-9647-480DFECE7B67}" presName="textRect" presStyleLbl="revTx" presStyleIdx="3" presStyleCnt="5">
        <dgm:presLayoutVars>
          <dgm:chMax val="1"/>
          <dgm:chPref val="1"/>
        </dgm:presLayoutVars>
      </dgm:prSet>
      <dgm:spPr/>
    </dgm:pt>
    <dgm:pt modelId="{7ECFD1DB-8337-4431-BCEA-04103B7E3481}" type="pres">
      <dgm:prSet presAssocID="{6D57F278-22A3-4AA9-B0DB-1A9327F39323}" presName="sibTrans" presStyleLbl="sibTrans2D1" presStyleIdx="0" presStyleCnt="0"/>
      <dgm:spPr/>
    </dgm:pt>
    <dgm:pt modelId="{791EA1B9-FA38-472B-BF24-45DA4A127FAC}" type="pres">
      <dgm:prSet presAssocID="{894189E4-D4E5-42E5-BCFB-A141F11052F6}" presName="compNode" presStyleCnt="0"/>
      <dgm:spPr/>
    </dgm:pt>
    <dgm:pt modelId="{9272F7A6-3089-40F7-A1A0-768BB7204898}" type="pres">
      <dgm:prSet presAssocID="{894189E4-D4E5-42E5-BCFB-A141F11052F6}" presName="iconBgRect" presStyleLbl="bgShp" presStyleIdx="4" presStyleCnt="5"/>
      <dgm:spPr/>
    </dgm:pt>
    <dgm:pt modelId="{B373E164-A360-4239-8CC0-1037858534BA}" type="pres">
      <dgm:prSet presAssocID="{894189E4-D4E5-42E5-BCFB-A141F11052F6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0153AAEB-4014-4AB9-BE02-1C8F7849F821}" type="pres">
      <dgm:prSet presAssocID="{894189E4-D4E5-42E5-BCFB-A141F11052F6}" presName="spaceRect" presStyleCnt="0"/>
      <dgm:spPr/>
    </dgm:pt>
    <dgm:pt modelId="{376EAE45-A5A5-481B-86CB-FC8F0534F711}" type="pres">
      <dgm:prSet presAssocID="{894189E4-D4E5-42E5-BCFB-A141F11052F6}" presName="textRect" presStyleLbl="revTx" presStyleIdx="4" presStyleCnt="5">
        <dgm:presLayoutVars>
          <dgm:chMax val="1"/>
          <dgm:chPref val="1"/>
        </dgm:presLayoutVars>
      </dgm:prSet>
      <dgm:spPr/>
    </dgm:pt>
  </dgm:ptLst>
  <dgm:cxnLst>
    <dgm:cxn modelId="{F29D8D0F-BB05-4A36-B167-05B8BB6B3B6E}" srcId="{EC37BE76-215B-4ECC-8D69-8A5C9592A595}" destId="{84BDF34C-32FF-4175-8DDE-FDF60F93E58B}" srcOrd="1" destOrd="0" parTransId="{402B0B1C-871E-41E0-8117-729B9BFE3B59}" sibTransId="{BC1F86D0-5A0C-4010-A7CF-453E95CD89E2}"/>
    <dgm:cxn modelId="{EB34CF20-33EF-4245-A609-D77AF4496D09}" srcId="{EC37BE76-215B-4ECC-8D69-8A5C9592A595}" destId="{894189E4-D4E5-42E5-BCFB-A141F11052F6}" srcOrd="4" destOrd="0" parTransId="{B0C9ADBF-30D3-476D-A51D-99937C15D9A1}" sibTransId="{AB7CFFE2-6872-416E-B5FB-EC815902863A}"/>
    <dgm:cxn modelId="{6119FA25-BD57-497A-B829-86BB95EE3E28}" type="presOf" srcId="{DE69A3D4-4D21-42CE-9A9B-D9FE7E21E8A9}" destId="{82F0FF74-D229-4010-A279-C31E042D5451}" srcOrd="0" destOrd="0" presId="urn:microsoft.com/office/officeart/2018/2/layout/IconCircleList"/>
    <dgm:cxn modelId="{425B723E-CFAC-4120-996E-6864695A02D2}" type="presOf" srcId="{25EC424A-DE21-4A00-B689-BAFDB8EFDCB0}" destId="{B48594AB-91D1-403D-85A1-4D3ABCD124F5}" srcOrd="0" destOrd="0" presId="urn:microsoft.com/office/officeart/2018/2/layout/IconCircleList"/>
    <dgm:cxn modelId="{1DBD8143-3F52-48E5-BA82-1A38A2AA6DEA}" type="presOf" srcId="{5E6D6B46-0735-40DA-8183-48D5BD61FF01}" destId="{A1814284-F92C-4430-80DA-936A870F4A74}" srcOrd="0" destOrd="0" presId="urn:microsoft.com/office/officeart/2018/2/layout/IconCircleList"/>
    <dgm:cxn modelId="{B3066044-AA6A-4ABB-9655-5E34B81E8B0B}" type="presOf" srcId="{EC37BE76-215B-4ECC-8D69-8A5C9592A595}" destId="{21A52952-0E58-4C64-8924-6A5583845CCE}" srcOrd="0" destOrd="0" presId="urn:microsoft.com/office/officeart/2018/2/layout/IconCircleList"/>
    <dgm:cxn modelId="{67BDF666-94F2-46A0-8A78-B89DB3442FA2}" srcId="{EC37BE76-215B-4ECC-8D69-8A5C9592A595}" destId="{72041AAF-B61C-40E3-9647-480DFECE7B67}" srcOrd="3" destOrd="0" parTransId="{04E4D993-D284-4D7C-A32C-6918C4AAE665}" sibTransId="{6D57F278-22A3-4AA9-B0DB-1A9327F39323}"/>
    <dgm:cxn modelId="{4D809348-206E-4FF0-9D5D-539CDD0F5169}" type="presOf" srcId="{894189E4-D4E5-42E5-BCFB-A141F11052F6}" destId="{376EAE45-A5A5-481B-86CB-FC8F0534F711}" srcOrd="0" destOrd="0" presId="urn:microsoft.com/office/officeart/2018/2/layout/IconCircleList"/>
    <dgm:cxn modelId="{C95C2354-6020-4ADF-8D38-A6E806ED82EB}" type="presOf" srcId="{84BDF34C-32FF-4175-8DDE-FDF60F93E58B}" destId="{6F9262B0-6EFB-4E65-82B0-0B4687CEF910}" srcOrd="0" destOrd="0" presId="urn:microsoft.com/office/officeart/2018/2/layout/IconCircleList"/>
    <dgm:cxn modelId="{F6449384-8F6D-489E-A79D-CF4436BB32C7}" type="presOf" srcId="{BC1F86D0-5A0C-4010-A7CF-453E95CD89E2}" destId="{A19BC91A-28F9-496F-8A95-8E7F964CCA26}" srcOrd="0" destOrd="0" presId="urn:microsoft.com/office/officeart/2018/2/layout/IconCircleList"/>
    <dgm:cxn modelId="{7B0F8F89-8481-42BE-BC41-3D54C82E8FDB}" type="presOf" srcId="{6D57F278-22A3-4AA9-B0DB-1A9327F39323}" destId="{7ECFD1DB-8337-4431-BCEA-04103B7E3481}" srcOrd="0" destOrd="0" presId="urn:microsoft.com/office/officeart/2018/2/layout/IconCircleList"/>
    <dgm:cxn modelId="{FEB659B7-F9B1-49D7-90EE-C718897CCACB}" type="presOf" srcId="{72041AAF-B61C-40E3-9647-480DFECE7B67}" destId="{C58D0510-E741-4FDC-9FC3-10590A63AABD}" srcOrd="0" destOrd="0" presId="urn:microsoft.com/office/officeart/2018/2/layout/IconCircleList"/>
    <dgm:cxn modelId="{3B0470C0-E235-4983-B1B9-8B786B69A5C0}" type="presOf" srcId="{002CEC9A-6F1C-4057-9248-A3A98A464833}" destId="{65BC2EF3-5F0F-4FF0-AE5D-96AB78431DEC}" srcOrd="0" destOrd="0" presId="urn:microsoft.com/office/officeart/2018/2/layout/IconCircleList"/>
    <dgm:cxn modelId="{4F3701C1-D4C3-4199-859C-00EE6C3664E5}" srcId="{EC37BE76-215B-4ECC-8D69-8A5C9592A595}" destId="{25EC424A-DE21-4A00-B689-BAFDB8EFDCB0}" srcOrd="0" destOrd="0" parTransId="{835FB992-0BAF-4ACD-B242-555E28B94CF0}" sibTransId="{002CEC9A-6F1C-4057-9248-A3A98A464833}"/>
    <dgm:cxn modelId="{8DF650CB-9E55-4509-8C01-DDEF8E353B01}" srcId="{EC37BE76-215B-4ECC-8D69-8A5C9592A595}" destId="{5E6D6B46-0735-40DA-8183-48D5BD61FF01}" srcOrd="2" destOrd="0" parTransId="{F308A4AB-0D98-4B16-A2B0-DA20DBAD0631}" sibTransId="{DE69A3D4-4D21-42CE-9A9B-D9FE7E21E8A9}"/>
    <dgm:cxn modelId="{0E0C3F6F-BC5A-4292-9928-2552F23202B3}" type="presParOf" srcId="{21A52952-0E58-4C64-8924-6A5583845CCE}" destId="{0CD17A8B-AED0-4FB8-9945-8CCED67E9E2E}" srcOrd="0" destOrd="0" presId="urn:microsoft.com/office/officeart/2018/2/layout/IconCircleList"/>
    <dgm:cxn modelId="{B1F29A18-B159-4A8D-949A-A4C2C097E943}" type="presParOf" srcId="{0CD17A8B-AED0-4FB8-9945-8CCED67E9E2E}" destId="{33C26567-B8A8-49A9-92B1-0E9792E5AB2B}" srcOrd="0" destOrd="0" presId="urn:microsoft.com/office/officeart/2018/2/layout/IconCircleList"/>
    <dgm:cxn modelId="{6226135A-6806-4E0D-B728-56F4A668B7D0}" type="presParOf" srcId="{33C26567-B8A8-49A9-92B1-0E9792E5AB2B}" destId="{B5F88A37-DCE4-4A9B-AA3C-E77A9558889E}" srcOrd="0" destOrd="0" presId="urn:microsoft.com/office/officeart/2018/2/layout/IconCircleList"/>
    <dgm:cxn modelId="{5AF1C143-C916-4960-A250-BB040ABF2189}" type="presParOf" srcId="{33C26567-B8A8-49A9-92B1-0E9792E5AB2B}" destId="{78C4ED98-C39A-49E0-A1BB-9BD7FAC270FA}" srcOrd="1" destOrd="0" presId="urn:microsoft.com/office/officeart/2018/2/layout/IconCircleList"/>
    <dgm:cxn modelId="{1B1A7E55-4BDA-4154-B092-9B93BC80384D}" type="presParOf" srcId="{33C26567-B8A8-49A9-92B1-0E9792E5AB2B}" destId="{B340B991-D3D9-42B2-930E-0188EB8E1500}" srcOrd="2" destOrd="0" presId="urn:microsoft.com/office/officeart/2018/2/layout/IconCircleList"/>
    <dgm:cxn modelId="{F07A66D4-C7D4-46CB-9240-7BC65170612C}" type="presParOf" srcId="{33C26567-B8A8-49A9-92B1-0E9792E5AB2B}" destId="{B48594AB-91D1-403D-85A1-4D3ABCD124F5}" srcOrd="3" destOrd="0" presId="urn:microsoft.com/office/officeart/2018/2/layout/IconCircleList"/>
    <dgm:cxn modelId="{0F2C2183-9EE3-46FD-9331-821086D18C1D}" type="presParOf" srcId="{0CD17A8B-AED0-4FB8-9945-8CCED67E9E2E}" destId="{65BC2EF3-5F0F-4FF0-AE5D-96AB78431DEC}" srcOrd="1" destOrd="0" presId="urn:microsoft.com/office/officeart/2018/2/layout/IconCircleList"/>
    <dgm:cxn modelId="{E10E80A3-5ED1-4251-A32C-288024CE44B6}" type="presParOf" srcId="{0CD17A8B-AED0-4FB8-9945-8CCED67E9E2E}" destId="{871A7E99-02D4-4239-B5F4-4AB4203E9BBD}" srcOrd="2" destOrd="0" presId="urn:microsoft.com/office/officeart/2018/2/layout/IconCircleList"/>
    <dgm:cxn modelId="{70DB47AB-7AC1-4273-B07E-376E1ECF662F}" type="presParOf" srcId="{871A7E99-02D4-4239-B5F4-4AB4203E9BBD}" destId="{0DCAF89E-AC19-4788-882B-A68AE40C8213}" srcOrd="0" destOrd="0" presId="urn:microsoft.com/office/officeart/2018/2/layout/IconCircleList"/>
    <dgm:cxn modelId="{324410BA-0CF8-4D57-A339-1D5583622FA1}" type="presParOf" srcId="{871A7E99-02D4-4239-B5F4-4AB4203E9BBD}" destId="{35A8583E-282E-4174-B9A8-C5076C6FEC23}" srcOrd="1" destOrd="0" presId="urn:microsoft.com/office/officeart/2018/2/layout/IconCircleList"/>
    <dgm:cxn modelId="{444B53F2-98C0-41C7-A6F3-722518BAABA0}" type="presParOf" srcId="{871A7E99-02D4-4239-B5F4-4AB4203E9BBD}" destId="{BEE2270E-7AC4-4995-AFCE-1B705379429B}" srcOrd="2" destOrd="0" presId="urn:microsoft.com/office/officeart/2018/2/layout/IconCircleList"/>
    <dgm:cxn modelId="{8890AC0E-44F6-4A62-9475-73C55AFA9D70}" type="presParOf" srcId="{871A7E99-02D4-4239-B5F4-4AB4203E9BBD}" destId="{6F9262B0-6EFB-4E65-82B0-0B4687CEF910}" srcOrd="3" destOrd="0" presId="urn:microsoft.com/office/officeart/2018/2/layout/IconCircleList"/>
    <dgm:cxn modelId="{509F26B8-E5D8-4DBA-84A9-6CCDBA8C84EF}" type="presParOf" srcId="{0CD17A8B-AED0-4FB8-9945-8CCED67E9E2E}" destId="{A19BC91A-28F9-496F-8A95-8E7F964CCA26}" srcOrd="3" destOrd="0" presId="urn:microsoft.com/office/officeart/2018/2/layout/IconCircleList"/>
    <dgm:cxn modelId="{B76C4518-E1DC-4974-B9F7-62592B5E6670}" type="presParOf" srcId="{0CD17A8B-AED0-4FB8-9945-8CCED67E9E2E}" destId="{4EDE420D-A9E3-4B3C-8A01-DCE23CF822FE}" srcOrd="4" destOrd="0" presId="urn:microsoft.com/office/officeart/2018/2/layout/IconCircleList"/>
    <dgm:cxn modelId="{6C6B1D37-6D60-40AD-94F8-4775BEF49BAC}" type="presParOf" srcId="{4EDE420D-A9E3-4B3C-8A01-DCE23CF822FE}" destId="{72210003-789C-4741-AD03-B0E59550D7DE}" srcOrd="0" destOrd="0" presId="urn:microsoft.com/office/officeart/2018/2/layout/IconCircleList"/>
    <dgm:cxn modelId="{2BDBDC37-62C2-4418-AF15-FAD58C870892}" type="presParOf" srcId="{4EDE420D-A9E3-4B3C-8A01-DCE23CF822FE}" destId="{662F306E-8173-4718-8F91-B545DBD0D4E4}" srcOrd="1" destOrd="0" presId="urn:microsoft.com/office/officeart/2018/2/layout/IconCircleList"/>
    <dgm:cxn modelId="{F3E36B98-41CD-45AD-A1BE-460289A8147C}" type="presParOf" srcId="{4EDE420D-A9E3-4B3C-8A01-DCE23CF822FE}" destId="{D733D029-A1D6-4A53-863C-8F28D2BC7004}" srcOrd="2" destOrd="0" presId="urn:microsoft.com/office/officeart/2018/2/layout/IconCircleList"/>
    <dgm:cxn modelId="{F5D7378F-BAE2-4B99-A0E2-C582A0098B39}" type="presParOf" srcId="{4EDE420D-A9E3-4B3C-8A01-DCE23CF822FE}" destId="{A1814284-F92C-4430-80DA-936A870F4A74}" srcOrd="3" destOrd="0" presId="urn:microsoft.com/office/officeart/2018/2/layout/IconCircleList"/>
    <dgm:cxn modelId="{2CEBFC41-CDB0-4995-9726-696775FC9EF8}" type="presParOf" srcId="{0CD17A8B-AED0-4FB8-9945-8CCED67E9E2E}" destId="{82F0FF74-D229-4010-A279-C31E042D5451}" srcOrd="5" destOrd="0" presId="urn:microsoft.com/office/officeart/2018/2/layout/IconCircleList"/>
    <dgm:cxn modelId="{A8ECD68E-9B2D-40CC-B65E-D15D299E1CE6}" type="presParOf" srcId="{0CD17A8B-AED0-4FB8-9945-8CCED67E9E2E}" destId="{23AEEC96-B167-4D80-9F05-F6A7B5B0FA61}" srcOrd="6" destOrd="0" presId="urn:microsoft.com/office/officeart/2018/2/layout/IconCircleList"/>
    <dgm:cxn modelId="{3FB44BA9-9B60-4088-AAB1-D54EC7F01950}" type="presParOf" srcId="{23AEEC96-B167-4D80-9F05-F6A7B5B0FA61}" destId="{63CEF49A-2DE9-4169-B6A3-061F231B754F}" srcOrd="0" destOrd="0" presId="urn:microsoft.com/office/officeart/2018/2/layout/IconCircleList"/>
    <dgm:cxn modelId="{0C1452B7-693E-4D7E-B77B-21FE38C3E5C5}" type="presParOf" srcId="{23AEEC96-B167-4D80-9F05-F6A7B5B0FA61}" destId="{4EC1542C-8B84-4D25-991C-574882545545}" srcOrd="1" destOrd="0" presId="urn:microsoft.com/office/officeart/2018/2/layout/IconCircleList"/>
    <dgm:cxn modelId="{27A11439-68A9-4D9D-A4E5-7C7A45366696}" type="presParOf" srcId="{23AEEC96-B167-4D80-9F05-F6A7B5B0FA61}" destId="{EBCEDC5D-418E-4B37-B00B-7C05957EE245}" srcOrd="2" destOrd="0" presId="urn:microsoft.com/office/officeart/2018/2/layout/IconCircleList"/>
    <dgm:cxn modelId="{C0F59EA8-06F1-4A93-BC66-BBB3D174FBD8}" type="presParOf" srcId="{23AEEC96-B167-4D80-9F05-F6A7B5B0FA61}" destId="{C58D0510-E741-4FDC-9FC3-10590A63AABD}" srcOrd="3" destOrd="0" presId="urn:microsoft.com/office/officeart/2018/2/layout/IconCircleList"/>
    <dgm:cxn modelId="{32C8BFF1-D6B2-4B3D-BCEF-01795D8388FF}" type="presParOf" srcId="{0CD17A8B-AED0-4FB8-9945-8CCED67E9E2E}" destId="{7ECFD1DB-8337-4431-BCEA-04103B7E3481}" srcOrd="7" destOrd="0" presId="urn:microsoft.com/office/officeart/2018/2/layout/IconCircleList"/>
    <dgm:cxn modelId="{4D5F00C6-FC08-4474-8423-0334895C7D74}" type="presParOf" srcId="{0CD17A8B-AED0-4FB8-9945-8CCED67E9E2E}" destId="{791EA1B9-FA38-472B-BF24-45DA4A127FAC}" srcOrd="8" destOrd="0" presId="urn:microsoft.com/office/officeart/2018/2/layout/IconCircleList"/>
    <dgm:cxn modelId="{89667F30-3BD1-4A1E-BBF7-EB3EB2EE2E7C}" type="presParOf" srcId="{791EA1B9-FA38-472B-BF24-45DA4A127FAC}" destId="{9272F7A6-3089-40F7-A1A0-768BB7204898}" srcOrd="0" destOrd="0" presId="urn:microsoft.com/office/officeart/2018/2/layout/IconCircleList"/>
    <dgm:cxn modelId="{54597DD5-1240-4117-90B7-F5F86455D0BD}" type="presParOf" srcId="{791EA1B9-FA38-472B-BF24-45DA4A127FAC}" destId="{B373E164-A360-4239-8CC0-1037858534BA}" srcOrd="1" destOrd="0" presId="urn:microsoft.com/office/officeart/2018/2/layout/IconCircleList"/>
    <dgm:cxn modelId="{72188F0E-7D15-4B82-8AF7-1F22F3E70DBA}" type="presParOf" srcId="{791EA1B9-FA38-472B-BF24-45DA4A127FAC}" destId="{0153AAEB-4014-4AB9-BE02-1C8F7849F821}" srcOrd="2" destOrd="0" presId="urn:microsoft.com/office/officeart/2018/2/layout/IconCircleList"/>
    <dgm:cxn modelId="{EA0586CE-1909-4096-965A-386FFF85B868}" type="presParOf" srcId="{791EA1B9-FA38-472B-BF24-45DA4A127FAC}" destId="{376EAE45-A5A5-481B-86CB-FC8F0534F711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D2A62507-9A7B-40AE-9B10-99961B7FA922}" type="doc">
      <dgm:prSet loTypeId="urn:microsoft.com/office/officeart/2018/2/layout/IconCircle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12D9067C-EF23-4C08-88AD-EBAF90ADD44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Built-in understanding of FedRAMP, HIPAA, PCI</a:t>
          </a:r>
        </a:p>
      </dgm:t>
    </dgm:pt>
    <dgm:pt modelId="{210A2805-7F4E-41E8-B829-E897DC7167E1}" type="parTrans" cxnId="{68BE5EA8-5362-45A2-9B10-B020C1D54A69}">
      <dgm:prSet/>
      <dgm:spPr/>
      <dgm:t>
        <a:bodyPr/>
        <a:lstStyle/>
        <a:p>
          <a:endParaRPr lang="en-US"/>
        </a:p>
      </dgm:t>
    </dgm:pt>
    <dgm:pt modelId="{A5FA4100-C18C-4DEA-8B76-90293257D1CB}" type="sibTrans" cxnId="{68BE5EA8-5362-45A2-9B10-B020C1D54A69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C6BFE253-C280-4E94-9D8D-49C3A062938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Governance and observability with real-time AgentOps monitoring</a:t>
          </a:r>
        </a:p>
      </dgm:t>
    </dgm:pt>
    <dgm:pt modelId="{8ED21396-8E86-4CC1-A1C0-04CFEDAC90F3}" type="parTrans" cxnId="{B652BD48-C41F-4BCC-9E9F-6AADEE6C9D6E}">
      <dgm:prSet/>
      <dgm:spPr/>
      <dgm:t>
        <a:bodyPr/>
        <a:lstStyle/>
        <a:p>
          <a:endParaRPr lang="en-US"/>
        </a:p>
      </dgm:t>
    </dgm:pt>
    <dgm:pt modelId="{419E91DA-D565-4F36-A913-E96BECF7BE5A}" type="sibTrans" cxnId="{B652BD48-C41F-4BCC-9E9F-6AADEE6C9D6E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37E0EDFD-FA64-4F11-933F-1C6D02DDF59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Data residency compliance for regulated industries</a:t>
          </a:r>
        </a:p>
      </dgm:t>
    </dgm:pt>
    <dgm:pt modelId="{15F118A4-9AC0-4FCF-BBC4-F02DBF29B974}" type="parTrans" cxnId="{5B4B05F9-6A1C-4083-BD42-7A1B9A68234A}">
      <dgm:prSet/>
      <dgm:spPr/>
      <dgm:t>
        <a:bodyPr/>
        <a:lstStyle/>
        <a:p>
          <a:endParaRPr lang="en-US"/>
        </a:p>
      </dgm:t>
    </dgm:pt>
    <dgm:pt modelId="{AAABCAEC-E785-4ECB-837F-EC8993BD3C2A}" type="sibTrans" cxnId="{5B4B05F9-6A1C-4083-BD42-7A1B9A68234A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522517E5-B3CD-44BF-92E1-BF5C2A84BC4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Emphasis on secure and reliable AI adoption</a:t>
          </a:r>
        </a:p>
      </dgm:t>
    </dgm:pt>
    <dgm:pt modelId="{76C57266-F551-4EC4-9C12-2BE27701B8C8}" type="parTrans" cxnId="{81032237-D16C-48E4-BBD0-5166BDE9E5C6}">
      <dgm:prSet/>
      <dgm:spPr/>
      <dgm:t>
        <a:bodyPr/>
        <a:lstStyle/>
        <a:p>
          <a:endParaRPr lang="en-US"/>
        </a:p>
      </dgm:t>
    </dgm:pt>
    <dgm:pt modelId="{139E3952-FC5D-499F-87FF-E3A629096D79}" type="sibTrans" cxnId="{81032237-D16C-48E4-BBD0-5166BDE9E5C6}">
      <dgm:prSet/>
      <dgm:spPr/>
      <dgm:t>
        <a:bodyPr/>
        <a:lstStyle/>
        <a:p>
          <a:endParaRPr lang="en-US"/>
        </a:p>
      </dgm:t>
    </dgm:pt>
    <dgm:pt modelId="{A786F092-BE99-4AB5-8FDF-2AC1D6E5DE5B}" type="pres">
      <dgm:prSet presAssocID="{D2A62507-9A7B-40AE-9B10-99961B7FA922}" presName="root" presStyleCnt="0">
        <dgm:presLayoutVars>
          <dgm:dir/>
          <dgm:resizeHandles val="exact"/>
        </dgm:presLayoutVars>
      </dgm:prSet>
      <dgm:spPr/>
    </dgm:pt>
    <dgm:pt modelId="{2B30CA15-C93D-4711-8EB6-DE06777C5949}" type="pres">
      <dgm:prSet presAssocID="{D2A62507-9A7B-40AE-9B10-99961B7FA922}" presName="container" presStyleCnt="0">
        <dgm:presLayoutVars>
          <dgm:dir/>
          <dgm:resizeHandles val="exact"/>
        </dgm:presLayoutVars>
      </dgm:prSet>
      <dgm:spPr/>
    </dgm:pt>
    <dgm:pt modelId="{C90906B6-A21B-4C53-8A85-73059B728997}" type="pres">
      <dgm:prSet presAssocID="{12D9067C-EF23-4C08-88AD-EBAF90ADD442}" presName="compNode" presStyleCnt="0"/>
      <dgm:spPr/>
    </dgm:pt>
    <dgm:pt modelId="{B2DF7004-374E-47AF-A16D-D6FF5171A2AA}" type="pres">
      <dgm:prSet presAssocID="{12D9067C-EF23-4C08-88AD-EBAF90ADD442}" presName="iconBgRect" presStyleLbl="bgShp" presStyleIdx="0" presStyleCnt="4"/>
      <dgm:spPr/>
    </dgm:pt>
    <dgm:pt modelId="{D447C947-42D3-4C2A-B0C4-F79EE10C7CF3}" type="pres">
      <dgm:prSet presAssocID="{12D9067C-EF23-4C08-88AD-EBAF90ADD442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octor"/>
        </a:ext>
      </dgm:extLst>
    </dgm:pt>
    <dgm:pt modelId="{3E112600-A6F2-4540-BB3F-D7E9AA7B1AC8}" type="pres">
      <dgm:prSet presAssocID="{12D9067C-EF23-4C08-88AD-EBAF90ADD442}" presName="spaceRect" presStyleCnt="0"/>
      <dgm:spPr/>
    </dgm:pt>
    <dgm:pt modelId="{6EAB99B2-7510-42F4-8312-E4A6BDB4CDCD}" type="pres">
      <dgm:prSet presAssocID="{12D9067C-EF23-4C08-88AD-EBAF90ADD442}" presName="textRect" presStyleLbl="revTx" presStyleIdx="0" presStyleCnt="4">
        <dgm:presLayoutVars>
          <dgm:chMax val="1"/>
          <dgm:chPref val="1"/>
        </dgm:presLayoutVars>
      </dgm:prSet>
      <dgm:spPr/>
    </dgm:pt>
    <dgm:pt modelId="{001B5AC5-822B-44E9-AB76-DB523F79F79B}" type="pres">
      <dgm:prSet presAssocID="{A5FA4100-C18C-4DEA-8B76-90293257D1CB}" presName="sibTrans" presStyleLbl="sibTrans2D1" presStyleIdx="0" presStyleCnt="0"/>
      <dgm:spPr/>
    </dgm:pt>
    <dgm:pt modelId="{1B204BF6-2474-49CF-B7C9-B979EE7264AB}" type="pres">
      <dgm:prSet presAssocID="{C6BFE253-C280-4E94-9D8D-49C3A062938A}" presName="compNode" presStyleCnt="0"/>
      <dgm:spPr/>
    </dgm:pt>
    <dgm:pt modelId="{4B7FD47A-191B-40D2-9A0A-024BFBF9A770}" type="pres">
      <dgm:prSet presAssocID="{C6BFE253-C280-4E94-9D8D-49C3A062938A}" presName="iconBgRect" presStyleLbl="bgShp" presStyleIdx="1" presStyleCnt="4"/>
      <dgm:spPr/>
    </dgm:pt>
    <dgm:pt modelId="{925A4413-4D90-4724-886A-8931886D221F}" type="pres">
      <dgm:prSet presAssocID="{C6BFE253-C280-4E94-9D8D-49C3A062938A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topwatch"/>
        </a:ext>
      </dgm:extLst>
    </dgm:pt>
    <dgm:pt modelId="{1F8E8C4D-E1DD-400F-BC27-13E9BBFE691E}" type="pres">
      <dgm:prSet presAssocID="{C6BFE253-C280-4E94-9D8D-49C3A062938A}" presName="spaceRect" presStyleCnt="0"/>
      <dgm:spPr/>
    </dgm:pt>
    <dgm:pt modelId="{381A0161-F690-4230-BA2B-E9B397F398A6}" type="pres">
      <dgm:prSet presAssocID="{C6BFE253-C280-4E94-9D8D-49C3A062938A}" presName="textRect" presStyleLbl="revTx" presStyleIdx="1" presStyleCnt="4">
        <dgm:presLayoutVars>
          <dgm:chMax val="1"/>
          <dgm:chPref val="1"/>
        </dgm:presLayoutVars>
      </dgm:prSet>
      <dgm:spPr/>
    </dgm:pt>
    <dgm:pt modelId="{4B1799A9-E6E3-42DD-BE4B-1F8AB8C886BD}" type="pres">
      <dgm:prSet presAssocID="{419E91DA-D565-4F36-A913-E96BECF7BE5A}" presName="sibTrans" presStyleLbl="sibTrans2D1" presStyleIdx="0" presStyleCnt="0"/>
      <dgm:spPr/>
    </dgm:pt>
    <dgm:pt modelId="{539A78B1-0860-4E5A-9CF4-CF4672576A05}" type="pres">
      <dgm:prSet presAssocID="{37E0EDFD-FA64-4F11-933F-1C6D02DDF598}" presName="compNode" presStyleCnt="0"/>
      <dgm:spPr/>
    </dgm:pt>
    <dgm:pt modelId="{968427B7-DAE2-4222-9C49-609B634FA009}" type="pres">
      <dgm:prSet presAssocID="{37E0EDFD-FA64-4F11-933F-1C6D02DDF598}" presName="iconBgRect" presStyleLbl="bgShp" presStyleIdx="2" presStyleCnt="4"/>
      <dgm:spPr/>
    </dgm:pt>
    <dgm:pt modelId="{F7C94CC8-7642-4D94-8420-A95F5295C255}" type="pres">
      <dgm:prSet presAssocID="{37E0EDFD-FA64-4F11-933F-1C6D02DDF598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heck List"/>
        </a:ext>
      </dgm:extLst>
    </dgm:pt>
    <dgm:pt modelId="{1F009EFA-45B8-46B1-9302-B36E0C262FC1}" type="pres">
      <dgm:prSet presAssocID="{37E0EDFD-FA64-4F11-933F-1C6D02DDF598}" presName="spaceRect" presStyleCnt="0"/>
      <dgm:spPr/>
    </dgm:pt>
    <dgm:pt modelId="{A68DF94C-7533-4707-BB3E-308CD0143D02}" type="pres">
      <dgm:prSet presAssocID="{37E0EDFD-FA64-4F11-933F-1C6D02DDF598}" presName="textRect" presStyleLbl="revTx" presStyleIdx="2" presStyleCnt="4">
        <dgm:presLayoutVars>
          <dgm:chMax val="1"/>
          <dgm:chPref val="1"/>
        </dgm:presLayoutVars>
      </dgm:prSet>
      <dgm:spPr/>
    </dgm:pt>
    <dgm:pt modelId="{E5B9FCE2-031C-417C-9F10-260C8C65324B}" type="pres">
      <dgm:prSet presAssocID="{AAABCAEC-E785-4ECB-837F-EC8993BD3C2A}" presName="sibTrans" presStyleLbl="sibTrans2D1" presStyleIdx="0" presStyleCnt="0"/>
      <dgm:spPr/>
    </dgm:pt>
    <dgm:pt modelId="{125577DC-E895-413D-80CE-043C399F7EAF}" type="pres">
      <dgm:prSet presAssocID="{522517E5-B3CD-44BF-92E1-BF5C2A84BC41}" presName="compNode" presStyleCnt="0"/>
      <dgm:spPr/>
    </dgm:pt>
    <dgm:pt modelId="{EA806501-B84A-483A-A47C-5657B74D09B0}" type="pres">
      <dgm:prSet presAssocID="{522517E5-B3CD-44BF-92E1-BF5C2A84BC41}" presName="iconBgRect" presStyleLbl="bgShp" presStyleIdx="3" presStyleCnt="4"/>
      <dgm:spPr/>
    </dgm:pt>
    <dgm:pt modelId="{918F6EB1-35E7-489E-AFD6-28DC84DA3B8A}" type="pres">
      <dgm:prSet presAssocID="{522517E5-B3CD-44BF-92E1-BF5C2A84BC41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Lock"/>
        </a:ext>
      </dgm:extLst>
    </dgm:pt>
    <dgm:pt modelId="{897EF8C0-B50E-4781-AC1F-E78E48E8396B}" type="pres">
      <dgm:prSet presAssocID="{522517E5-B3CD-44BF-92E1-BF5C2A84BC41}" presName="spaceRect" presStyleCnt="0"/>
      <dgm:spPr/>
    </dgm:pt>
    <dgm:pt modelId="{F15FA385-CECE-4C0F-9674-76A82C1DD23D}" type="pres">
      <dgm:prSet presAssocID="{522517E5-B3CD-44BF-92E1-BF5C2A84BC41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8ADEF20A-A076-4D73-96E9-EE26026029F7}" type="presOf" srcId="{37E0EDFD-FA64-4F11-933F-1C6D02DDF598}" destId="{A68DF94C-7533-4707-BB3E-308CD0143D02}" srcOrd="0" destOrd="0" presId="urn:microsoft.com/office/officeart/2018/2/layout/IconCircleList"/>
    <dgm:cxn modelId="{A4497C30-EA7B-49FC-916F-1982E7D09C38}" type="presOf" srcId="{D2A62507-9A7B-40AE-9B10-99961B7FA922}" destId="{A786F092-BE99-4AB5-8FDF-2AC1D6E5DE5B}" srcOrd="0" destOrd="0" presId="urn:microsoft.com/office/officeart/2018/2/layout/IconCircleList"/>
    <dgm:cxn modelId="{3BB84A35-F871-4A7F-BE39-345076CBC22E}" type="presOf" srcId="{419E91DA-D565-4F36-A913-E96BECF7BE5A}" destId="{4B1799A9-E6E3-42DD-BE4B-1F8AB8C886BD}" srcOrd="0" destOrd="0" presId="urn:microsoft.com/office/officeart/2018/2/layout/IconCircleList"/>
    <dgm:cxn modelId="{81032237-D16C-48E4-BBD0-5166BDE9E5C6}" srcId="{D2A62507-9A7B-40AE-9B10-99961B7FA922}" destId="{522517E5-B3CD-44BF-92E1-BF5C2A84BC41}" srcOrd="3" destOrd="0" parTransId="{76C57266-F551-4EC4-9C12-2BE27701B8C8}" sibTransId="{139E3952-FC5D-499F-87FF-E3A629096D79}"/>
    <dgm:cxn modelId="{B67F103D-83D4-44D5-9C1E-1589F40AC3AE}" type="presOf" srcId="{AAABCAEC-E785-4ECB-837F-EC8993BD3C2A}" destId="{E5B9FCE2-031C-417C-9F10-260C8C65324B}" srcOrd="0" destOrd="0" presId="urn:microsoft.com/office/officeart/2018/2/layout/IconCircleList"/>
    <dgm:cxn modelId="{94EF9D68-BE09-46B2-8D53-E097D5F3A4DF}" type="presOf" srcId="{12D9067C-EF23-4C08-88AD-EBAF90ADD442}" destId="{6EAB99B2-7510-42F4-8312-E4A6BDB4CDCD}" srcOrd="0" destOrd="0" presId="urn:microsoft.com/office/officeart/2018/2/layout/IconCircleList"/>
    <dgm:cxn modelId="{B652BD48-C41F-4BCC-9E9F-6AADEE6C9D6E}" srcId="{D2A62507-9A7B-40AE-9B10-99961B7FA922}" destId="{C6BFE253-C280-4E94-9D8D-49C3A062938A}" srcOrd="1" destOrd="0" parTransId="{8ED21396-8E86-4CC1-A1C0-04CFEDAC90F3}" sibTransId="{419E91DA-D565-4F36-A913-E96BECF7BE5A}"/>
    <dgm:cxn modelId="{8E60C74E-E13F-414F-8AEC-15CBB8FB64AA}" type="presOf" srcId="{522517E5-B3CD-44BF-92E1-BF5C2A84BC41}" destId="{F15FA385-CECE-4C0F-9674-76A82C1DD23D}" srcOrd="0" destOrd="0" presId="urn:microsoft.com/office/officeart/2018/2/layout/IconCircleList"/>
    <dgm:cxn modelId="{EB980B5A-76BE-4248-ADBD-178F55E1DAAE}" type="presOf" srcId="{A5FA4100-C18C-4DEA-8B76-90293257D1CB}" destId="{001B5AC5-822B-44E9-AB76-DB523F79F79B}" srcOrd="0" destOrd="0" presId="urn:microsoft.com/office/officeart/2018/2/layout/IconCircleList"/>
    <dgm:cxn modelId="{E5A6907C-0D79-4C08-9A67-7B793AC91DF5}" type="presOf" srcId="{C6BFE253-C280-4E94-9D8D-49C3A062938A}" destId="{381A0161-F690-4230-BA2B-E9B397F398A6}" srcOrd="0" destOrd="0" presId="urn:microsoft.com/office/officeart/2018/2/layout/IconCircleList"/>
    <dgm:cxn modelId="{68BE5EA8-5362-45A2-9B10-B020C1D54A69}" srcId="{D2A62507-9A7B-40AE-9B10-99961B7FA922}" destId="{12D9067C-EF23-4C08-88AD-EBAF90ADD442}" srcOrd="0" destOrd="0" parTransId="{210A2805-7F4E-41E8-B829-E897DC7167E1}" sibTransId="{A5FA4100-C18C-4DEA-8B76-90293257D1CB}"/>
    <dgm:cxn modelId="{5B4B05F9-6A1C-4083-BD42-7A1B9A68234A}" srcId="{D2A62507-9A7B-40AE-9B10-99961B7FA922}" destId="{37E0EDFD-FA64-4F11-933F-1C6D02DDF598}" srcOrd="2" destOrd="0" parTransId="{15F118A4-9AC0-4FCF-BBC4-F02DBF29B974}" sibTransId="{AAABCAEC-E785-4ECB-837F-EC8993BD3C2A}"/>
    <dgm:cxn modelId="{564D2040-958E-4236-9E98-A58BB3298124}" type="presParOf" srcId="{A786F092-BE99-4AB5-8FDF-2AC1D6E5DE5B}" destId="{2B30CA15-C93D-4711-8EB6-DE06777C5949}" srcOrd="0" destOrd="0" presId="urn:microsoft.com/office/officeart/2018/2/layout/IconCircleList"/>
    <dgm:cxn modelId="{2F5A4871-5F1E-4E9E-A54A-F775AD1C7ECD}" type="presParOf" srcId="{2B30CA15-C93D-4711-8EB6-DE06777C5949}" destId="{C90906B6-A21B-4C53-8A85-73059B728997}" srcOrd="0" destOrd="0" presId="urn:microsoft.com/office/officeart/2018/2/layout/IconCircleList"/>
    <dgm:cxn modelId="{CF1B49DA-155F-4E73-9E54-DBDF7F1649F1}" type="presParOf" srcId="{C90906B6-A21B-4C53-8A85-73059B728997}" destId="{B2DF7004-374E-47AF-A16D-D6FF5171A2AA}" srcOrd="0" destOrd="0" presId="urn:microsoft.com/office/officeart/2018/2/layout/IconCircleList"/>
    <dgm:cxn modelId="{782C28BC-3ED9-43F8-A90E-6818827785DB}" type="presParOf" srcId="{C90906B6-A21B-4C53-8A85-73059B728997}" destId="{D447C947-42D3-4C2A-B0C4-F79EE10C7CF3}" srcOrd="1" destOrd="0" presId="urn:microsoft.com/office/officeart/2018/2/layout/IconCircleList"/>
    <dgm:cxn modelId="{412E62A4-BB9B-4E6C-99F0-9483D351520A}" type="presParOf" srcId="{C90906B6-A21B-4C53-8A85-73059B728997}" destId="{3E112600-A6F2-4540-BB3F-D7E9AA7B1AC8}" srcOrd="2" destOrd="0" presId="urn:microsoft.com/office/officeart/2018/2/layout/IconCircleList"/>
    <dgm:cxn modelId="{CB780889-08B1-4FC6-99AB-D3DBF22F9436}" type="presParOf" srcId="{C90906B6-A21B-4C53-8A85-73059B728997}" destId="{6EAB99B2-7510-42F4-8312-E4A6BDB4CDCD}" srcOrd="3" destOrd="0" presId="urn:microsoft.com/office/officeart/2018/2/layout/IconCircleList"/>
    <dgm:cxn modelId="{2EB40133-06DD-48F0-A166-417EECDD6D08}" type="presParOf" srcId="{2B30CA15-C93D-4711-8EB6-DE06777C5949}" destId="{001B5AC5-822B-44E9-AB76-DB523F79F79B}" srcOrd="1" destOrd="0" presId="urn:microsoft.com/office/officeart/2018/2/layout/IconCircleList"/>
    <dgm:cxn modelId="{CCD930DF-5C9C-4B81-A7D7-6B22E97CC5E1}" type="presParOf" srcId="{2B30CA15-C93D-4711-8EB6-DE06777C5949}" destId="{1B204BF6-2474-49CF-B7C9-B979EE7264AB}" srcOrd="2" destOrd="0" presId="urn:microsoft.com/office/officeart/2018/2/layout/IconCircleList"/>
    <dgm:cxn modelId="{FC10756C-2401-4B87-B2B6-0C19582F267A}" type="presParOf" srcId="{1B204BF6-2474-49CF-B7C9-B979EE7264AB}" destId="{4B7FD47A-191B-40D2-9A0A-024BFBF9A770}" srcOrd="0" destOrd="0" presId="urn:microsoft.com/office/officeart/2018/2/layout/IconCircleList"/>
    <dgm:cxn modelId="{8A15A64C-44EC-423F-9057-48AFF631933C}" type="presParOf" srcId="{1B204BF6-2474-49CF-B7C9-B979EE7264AB}" destId="{925A4413-4D90-4724-886A-8931886D221F}" srcOrd="1" destOrd="0" presId="urn:microsoft.com/office/officeart/2018/2/layout/IconCircleList"/>
    <dgm:cxn modelId="{BD817559-AB58-4AC1-A600-67B8CE3F92CD}" type="presParOf" srcId="{1B204BF6-2474-49CF-B7C9-B979EE7264AB}" destId="{1F8E8C4D-E1DD-400F-BC27-13E9BBFE691E}" srcOrd="2" destOrd="0" presId="urn:microsoft.com/office/officeart/2018/2/layout/IconCircleList"/>
    <dgm:cxn modelId="{63CABBED-0645-41A3-AA79-C1CE636AF618}" type="presParOf" srcId="{1B204BF6-2474-49CF-B7C9-B979EE7264AB}" destId="{381A0161-F690-4230-BA2B-E9B397F398A6}" srcOrd="3" destOrd="0" presId="urn:microsoft.com/office/officeart/2018/2/layout/IconCircleList"/>
    <dgm:cxn modelId="{655E6B99-8281-4AE3-AD57-5110B965429C}" type="presParOf" srcId="{2B30CA15-C93D-4711-8EB6-DE06777C5949}" destId="{4B1799A9-E6E3-42DD-BE4B-1F8AB8C886BD}" srcOrd="3" destOrd="0" presId="urn:microsoft.com/office/officeart/2018/2/layout/IconCircleList"/>
    <dgm:cxn modelId="{120C5631-5BD7-40E3-BCEA-A9B8FD2AC03E}" type="presParOf" srcId="{2B30CA15-C93D-4711-8EB6-DE06777C5949}" destId="{539A78B1-0860-4E5A-9CF4-CF4672576A05}" srcOrd="4" destOrd="0" presId="urn:microsoft.com/office/officeart/2018/2/layout/IconCircleList"/>
    <dgm:cxn modelId="{ABEFDCFC-EB08-4439-9F10-87F24213813C}" type="presParOf" srcId="{539A78B1-0860-4E5A-9CF4-CF4672576A05}" destId="{968427B7-DAE2-4222-9C49-609B634FA009}" srcOrd="0" destOrd="0" presId="urn:microsoft.com/office/officeart/2018/2/layout/IconCircleList"/>
    <dgm:cxn modelId="{B7C45549-434F-4E75-ABE8-827C80A094AB}" type="presParOf" srcId="{539A78B1-0860-4E5A-9CF4-CF4672576A05}" destId="{F7C94CC8-7642-4D94-8420-A95F5295C255}" srcOrd="1" destOrd="0" presId="urn:microsoft.com/office/officeart/2018/2/layout/IconCircleList"/>
    <dgm:cxn modelId="{EE287462-D7F9-490E-A44D-D5F7E14B6175}" type="presParOf" srcId="{539A78B1-0860-4E5A-9CF4-CF4672576A05}" destId="{1F009EFA-45B8-46B1-9302-B36E0C262FC1}" srcOrd="2" destOrd="0" presId="urn:microsoft.com/office/officeart/2018/2/layout/IconCircleList"/>
    <dgm:cxn modelId="{9E56456A-384F-4FFA-8CF7-EF8AC1FE2937}" type="presParOf" srcId="{539A78B1-0860-4E5A-9CF4-CF4672576A05}" destId="{A68DF94C-7533-4707-BB3E-308CD0143D02}" srcOrd="3" destOrd="0" presId="urn:microsoft.com/office/officeart/2018/2/layout/IconCircleList"/>
    <dgm:cxn modelId="{DF397E0C-05E0-44FC-9B36-A3D1DEF765C8}" type="presParOf" srcId="{2B30CA15-C93D-4711-8EB6-DE06777C5949}" destId="{E5B9FCE2-031C-417C-9F10-260C8C65324B}" srcOrd="5" destOrd="0" presId="urn:microsoft.com/office/officeart/2018/2/layout/IconCircleList"/>
    <dgm:cxn modelId="{E7725B4B-1D55-4207-B201-CB38F888C4A1}" type="presParOf" srcId="{2B30CA15-C93D-4711-8EB6-DE06777C5949}" destId="{125577DC-E895-413D-80CE-043C399F7EAF}" srcOrd="6" destOrd="0" presId="urn:microsoft.com/office/officeart/2018/2/layout/IconCircleList"/>
    <dgm:cxn modelId="{52C4928D-6C39-4B6F-A5C6-A086F820DB3D}" type="presParOf" srcId="{125577DC-E895-413D-80CE-043C399F7EAF}" destId="{EA806501-B84A-483A-A47C-5657B74D09B0}" srcOrd="0" destOrd="0" presId="urn:microsoft.com/office/officeart/2018/2/layout/IconCircleList"/>
    <dgm:cxn modelId="{FAD26F84-5C52-46CB-A562-FFD2B14E45F5}" type="presParOf" srcId="{125577DC-E895-413D-80CE-043C399F7EAF}" destId="{918F6EB1-35E7-489E-AFD6-28DC84DA3B8A}" srcOrd="1" destOrd="0" presId="urn:microsoft.com/office/officeart/2018/2/layout/IconCircleList"/>
    <dgm:cxn modelId="{5379199C-DA81-4804-AE23-77095AB54000}" type="presParOf" srcId="{125577DC-E895-413D-80CE-043C399F7EAF}" destId="{897EF8C0-B50E-4781-AC1F-E78E48E8396B}" srcOrd="2" destOrd="0" presId="urn:microsoft.com/office/officeart/2018/2/layout/IconCircleList"/>
    <dgm:cxn modelId="{0FDD8CDD-26D7-464C-9C7B-90364D043A13}" type="presParOf" srcId="{125577DC-E895-413D-80CE-043C399F7EAF}" destId="{F15FA385-CECE-4C0F-9674-76A82C1DD23D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3BCB7A27-C271-4135-945D-5ED197116ABA}" type="doc">
      <dgm:prSet loTypeId="urn:microsoft.com/office/officeart/2018/2/layout/IconCircle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DC93F784-F607-4F1E-A8BE-A1F244729F7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6,000 internal IBM developers onboarded</a:t>
          </a:r>
        </a:p>
      </dgm:t>
    </dgm:pt>
    <dgm:pt modelId="{18E5EA58-553E-4119-BDEC-8E1475281641}" type="parTrans" cxnId="{353DB9CD-43DF-4F5F-983D-16C5FF7E4637}">
      <dgm:prSet/>
      <dgm:spPr/>
      <dgm:t>
        <a:bodyPr/>
        <a:lstStyle/>
        <a:p>
          <a:endParaRPr lang="en-US"/>
        </a:p>
      </dgm:t>
    </dgm:pt>
    <dgm:pt modelId="{7741258A-3402-4A8D-8577-974244BA7324}" type="sibTrans" cxnId="{353DB9CD-43DF-4F5F-983D-16C5FF7E4637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3AE235E2-AE8B-4F9C-954C-26073AA1F4E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45% productivity improvement</a:t>
          </a:r>
        </a:p>
      </dgm:t>
    </dgm:pt>
    <dgm:pt modelId="{CFAA595B-38D9-471D-8CC9-216441E3243E}" type="parTrans" cxnId="{A60B2EE1-D08C-43EF-ABA4-B1C58789A59B}">
      <dgm:prSet/>
      <dgm:spPr/>
      <dgm:t>
        <a:bodyPr/>
        <a:lstStyle/>
        <a:p>
          <a:endParaRPr lang="en-US"/>
        </a:p>
      </dgm:t>
    </dgm:pt>
    <dgm:pt modelId="{CFD4F64F-323B-492B-AECC-D19802E7621D}" type="sibTrans" cxnId="{A60B2EE1-D08C-43EF-ABA4-B1C58789A59B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AE276942-5A36-4BE2-8632-8EC55CB924B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22–43% more code commits</a:t>
          </a:r>
        </a:p>
      </dgm:t>
    </dgm:pt>
    <dgm:pt modelId="{B917B690-3696-4F94-B364-E2C4E70F2210}" type="parTrans" cxnId="{C59BED93-D1DA-4419-B35C-93EB1A144BCD}">
      <dgm:prSet/>
      <dgm:spPr/>
      <dgm:t>
        <a:bodyPr/>
        <a:lstStyle/>
        <a:p>
          <a:endParaRPr lang="en-US"/>
        </a:p>
      </dgm:t>
    </dgm:pt>
    <dgm:pt modelId="{EBA0922E-1DDB-40AF-8B7F-672D667ABA20}" type="sibTrans" cxnId="{C59BED93-D1DA-4419-B35C-93EB1A144BCD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3B6320F2-DE93-4324-AFF7-595B87BBF5D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95% usage in task completion rather than raw code generation</a:t>
          </a:r>
        </a:p>
      </dgm:t>
    </dgm:pt>
    <dgm:pt modelId="{DF30B281-F981-4586-AD25-6B66F738F6D1}" type="parTrans" cxnId="{58CEAB3C-D92C-4A4A-989E-FCD6CF43E326}">
      <dgm:prSet/>
      <dgm:spPr/>
      <dgm:t>
        <a:bodyPr/>
        <a:lstStyle/>
        <a:p>
          <a:endParaRPr lang="en-US"/>
        </a:p>
      </dgm:t>
    </dgm:pt>
    <dgm:pt modelId="{9098BFA7-B912-4094-9D40-17018B497F6D}" type="sibTrans" cxnId="{58CEAB3C-D92C-4A4A-989E-FCD6CF43E326}">
      <dgm:prSet/>
      <dgm:spPr/>
      <dgm:t>
        <a:bodyPr/>
        <a:lstStyle/>
        <a:p>
          <a:endParaRPr lang="en-US"/>
        </a:p>
      </dgm:t>
    </dgm:pt>
    <dgm:pt modelId="{B5BC9E84-88D0-4510-B4EB-D542B4EC389E}" type="pres">
      <dgm:prSet presAssocID="{3BCB7A27-C271-4135-945D-5ED197116ABA}" presName="root" presStyleCnt="0">
        <dgm:presLayoutVars>
          <dgm:dir/>
          <dgm:resizeHandles val="exact"/>
        </dgm:presLayoutVars>
      </dgm:prSet>
      <dgm:spPr/>
    </dgm:pt>
    <dgm:pt modelId="{3C9E55FE-77BF-43D8-AE52-D77BB17D4148}" type="pres">
      <dgm:prSet presAssocID="{3BCB7A27-C271-4135-945D-5ED197116ABA}" presName="container" presStyleCnt="0">
        <dgm:presLayoutVars>
          <dgm:dir/>
          <dgm:resizeHandles val="exact"/>
        </dgm:presLayoutVars>
      </dgm:prSet>
      <dgm:spPr/>
    </dgm:pt>
    <dgm:pt modelId="{785075FA-F9B2-452B-82E9-A3F75AC583CA}" type="pres">
      <dgm:prSet presAssocID="{DC93F784-F607-4F1E-A8BE-A1F244729F7F}" presName="compNode" presStyleCnt="0"/>
      <dgm:spPr/>
    </dgm:pt>
    <dgm:pt modelId="{C66937F3-E06B-425A-9829-777A87529352}" type="pres">
      <dgm:prSet presAssocID="{DC93F784-F607-4F1E-A8BE-A1F244729F7F}" presName="iconBgRect" presStyleLbl="bgShp" presStyleIdx="0" presStyleCnt="4"/>
      <dgm:spPr/>
    </dgm:pt>
    <dgm:pt modelId="{5CC12D34-BA01-4543-94DD-78090AB3DC67}" type="pres">
      <dgm:prSet presAssocID="{DC93F784-F607-4F1E-A8BE-A1F244729F7F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ers"/>
        </a:ext>
      </dgm:extLst>
    </dgm:pt>
    <dgm:pt modelId="{02FFD602-721A-4E3A-8AC5-E2348BBDE27E}" type="pres">
      <dgm:prSet presAssocID="{DC93F784-F607-4F1E-A8BE-A1F244729F7F}" presName="spaceRect" presStyleCnt="0"/>
      <dgm:spPr/>
    </dgm:pt>
    <dgm:pt modelId="{5D44D5EA-A58D-4502-AFEA-E93461E97F14}" type="pres">
      <dgm:prSet presAssocID="{DC93F784-F607-4F1E-A8BE-A1F244729F7F}" presName="textRect" presStyleLbl="revTx" presStyleIdx="0" presStyleCnt="4">
        <dgm:presLayoutVars>
          <dgm:chMax val="1"/>
          <dgm:chPref val="1"/>
        </dgm:presLayoutVars>
      </dgm:prSet>
      <dgm:spPr/>
    </dgm:pt>
    <dgm:pt modelId="{10C5CAEF-D83D-4C2A-8BA2-86CE4EC23840}" type="pres">
      <dgm:prSet presAssocID="{7741258A-3402-4A8D-8577-974244BA7324}" presName="sibTrans" presStyleLbl="sibTrans2D1" presStyleIdx="0" presStyleCnt="0"/>
      <dgm:spPr/>
    </dgm:pt>
    <dgm:pt modelId="{2B5D5DF7-E0D1-4E84-9F46-C7117B6F1424}" type="pres">
      <dgm:prSet presAssocID="{3AE235E2-AE8B-4F9C-954C-26073AA1F4E2}" presName="compNode" presStyleCnt="0"/>
      <dgm:spPr/>
    </dgm:pt>
    <dgm:pt modelId="{487996C7-818A-4441-9C8D-B6E6DB4B0C74}" type="pres">
      <dgm:prSet presAssocID="{3AE235E2-AE8B-4F9C-954C-26073AA1F4E2}" presName="iconBgRect" presStyleLbl="bgShp" presStyleIdx="1" presStyleCnt="4"/>
      <dgm:spPr/>
    </dgm:pt>
    <dgm:pt modelId="{C7C80027-B7DB-4822-BBED-13A13FA3451E}" type="pres">
      <dgm:prSet presAssocID="{3AE235E2-AE8B-4F9C-954C-26073AA1F4E2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pward trend"/>
        </a:ext>
      </dgm:extLst>
    </dgm:pt>
    <dgm:pt modelId="{7AEAE747-0D53-4DC6-9679-8402C3CD76F3}" type="pres">
      <dgm:prSet presAssocID="{3AE235E2-AE8B-4F9C-954C-26073AA1F4E2}" presName="spaceRect" presStyleCnt="0"/>
      <dgm:spPr/>
    </dgm:pt>
    <dgm:pt modelId="{91C42D77-1C40-473F-86AF-7F9AB0744849}" type="pres">
      <dgm:prSet presAssocID="{3AE235E2-AE8B-4F9C-954C-26073AA1F4E2}" presName="textRect" presStyleLbl="revTx" presStyleIdx="1" presStyleCnt="4">
        <dgm:presLayoutVars>
          <dgm:chMax val="1"/>
          <dgm:chPref val="1"/>
        </dgm:presLayoutVars>
      </dgm:prSet>
      <dgm:spPr/>
    </dgm:pt>
    <dgm:pt modelId="{E51BE7E0-B60B-4BD3-ABCB-BEDDE3F3CE18}" type="pres">
      <dgm:prSet presAssocID="{CFD4F64F-323B-492B-AECC-D19802E7621D}" presName="sibTrans" presStyleLbl="sibTrans2D1" presStyleIdx="0" presStyleCnt="0"/>
      <dgm:spPr/>
    </dgm:pt>
    <dgm:pt modelId="{9ECE850D-5175-4B40-B80E-57091CEA58C1}" type="pres">
      <dgm:prSet presAssocID="{AE276942-5A36-4BE2-8632-8EC55CB924B0}" presName="compNode" presStyleCnt="0"/>
      <dgm:spPr/>
    </dgm:pt>
    <dgm:pt modelId="{78072661-D18B-423A-8263-B3A354CD5681}" type="pres">
      <dgm:prSet presAssocID="{AE276942-5A36-4BE2-8632-8EC55CB924B0}" presName="iconBgRect" presStyleLbl="bgShp" presStyleIdx="2" presStyleCnt="4"/>
      <dgm:spPr/>
    </dgm:pt>
    <dgm:pt modelId="{4418895B-E9CD-4AC3-84E8-B5D7C291D9E5}" type="pres">
      <dgm:prSet presAssocID="{AE276942-5A36-4BE2-8632-8EC55CB924B0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wnload"/>
        </a:ext>
      </dgm:extLst>
    </dgm:pt>
    <dgm:pt modelId="{62A10531-A229-4243-A4FD-39009B8C4647}" type="pres">
      <dgm:prSet presAssocID="{AE276942-5A36-4BE2-8632-8EC55CB924B0}" presName="spaceRect" presStyleCnt="0"/>
      <dgm:spPr/>
    </dgm:pt>
    <dgm:pt modelId="{6CE095E2-A26B-4934-A51D-E3A5A73ED11A}" type="pres">
      <dgm:prSet presAssocID="{AE276942-5A36-4BE2-8632-8EC55CB924B0}" presName="textRect" presStyleLbl="revTx" presStyleIdx="2" presStyleCnt="4">
        <dgm:presLayoutVars>
          <dgm:chMax val="1"/>
          <dgm:chPref val="1"/>
        </dgm:presLayoutVars>
      </dgm:prSet>
      <dgm:spPr/>
    </dgm:pt>
    <dgm:pt modelId="{AFF23518-10A2-4556-81B8-0793A3489C6E}" type="pres">
      <dgm:prSet presAssocID="{EBA0922E-1DDB-40AF-8B7F-672D667ABA20}" presName="sibTrans" presStyleLbl="sibTrans2D1" presStyleIdx="0" presStyleCnt="0"/>
      <dgm:spPr/>
    </dgm:pt>
    <dgm:pt modelId="{72B0F3ED-5F17-435B-9037-4C2C20FA780D}" type="pres">
      <dgm:prSet presAssocID="{3B6320F2-DE93-4324-AFF7-595B87BBF5D4}" presName="compNode" presStyleCnt="0"/>
      <dgm:spPr/>
    </dgm:pt>
    <dgm:pt modelId="{8F82079F-6ED9-41AF-BF0F-79B1BED4FC4B}" type="pres">
      <dgm:prSet presAssocID="{3B6320F2-DE93-4324-AFF7-595B87BBF5D4}" presName="iconBgRect" presStyleLbl="bgShp" presStyleIdx="3" presStyleCnt="4"/>
      <dgm:spPr/>
    </dgm:pt>
    <dgm:pt modelId="{A987A4E6-1AAE-4C39-AF91-8C3FDD876556}" type="pres">
      <dgm:prSet presAssocID="{3B6320F2-DE93-4324-AFF7-595B87BBF5D4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5CBCBE0F-BC3F-4283-AD25-57F81793CAA4}" type="pres">
      <dgm:prSet presAssocID="{3B6320F2-DE93-4324-AFF7-595B87BBF5D4}" presName="spaceRect" presStyleCnt="0"/>
      <dgm:spPr/>
    </dgm:pt>
    <dgm:pt modelId="{D34B99CB-E420-4FAB-A909-6BB0AA3678B2}" type="pres">
      <dgm:prSet presAssocID="{3B6320F2-DE93-4324-AFF7-595B87BBF5D4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DCB0E609-6D7A-449B-BF1B-31DD5EAA04BA}" type="presOf" srcId="{7741258A-3402-4A8D-8577-974244BA7324}" destId="{10C5CAEF-D83D-4C2A-8BA2-86CE4EC23840}" srcOrd="0" destOrd="0" presId="urn:microsoft.com/office/officeart/2018/2/layout/IconCircleList"/>
    <dgm:cxn modelId="{18D2CF35-E264-42F5-81B5-25C376F28F1D}" type="presOf" srcId="{EBA0922E-1DDB-40AF-8B7F-672D667ABA20}" destId="{AFF23518-10A2-4556-81B8-0793A3489C6E}" srcOrd="0" destOrd="0" presId="urn:microsoft.com/office/officeart/2018/2/layout/IconCircleList"/>
    <dgm:cxn modelId="{58CEAB3C-D92C-4A4A-989E-FCD6CF43E326}" srcId="{3BCB7A27-C271-4135-945D-5ED197116ABA}" destId="{3B6320F2-DE93-4324-AFF7-595B87BBF5D4}" srcOrd="3" destOrd="0" parTransId="{DF30B281-F981-4586-AD25-6B66F738F6D1}" sibTransId="{9098BFA7-B912-4094-9D40-17018B497F6D}"/>
    <dgm:cxn modelId="{E6470F66-B74C-452E-96D0-AABB1E204BFD}" type="presOf" srcId="{3B6320F2-DE93-4324-AFF7-595B87BBF5D4}" destId="{D34B99CB-E420-4FAB-A909-6BB0AA3678B2}" srcOrd="0" destOrd="0" presId="urn:microsoft.com/office/officeart/2018/2/layout/IconCircleList"/>
    <dgm:cxn modelId="{00F71E82-00A4-4A7F-A6C2-60C9A761774E}" type="presOf" srcId="{DC93F784-F607-4F1E-A8BE-A1F244729F7F}" destId="{5D44D5EA-A58D-4502-AFEA-E93461E97F14}" srcOrd="0" destOrd="0" presId="urn:microsoft.com/office/officeart/2018/2/layout/IconCircleList"/>
    <dgm:cxn modelId="{C59BED93-D1DA-4419-B35C-93EB1A144BCD}" srcId="{3BCB7A27-C271-4135-945D-5ED197116ABA}" destId="{AE276942-5A36-4BE2-8632-8EC55CB924B0}" srcOrd="2" destOrd="0" parTransId="{B917B690-3696-4F94-B364-E2C4E70F2210}" sibTransId="{EBA0922E-1DDB-40AF-8B7F-672D667ABA20}"/>
    <dgm:cxn modelId="{13C57D9A-B6CD-411C-B606-1957A5545AA5}" type="presOf" srcId="{3AE235E2-AE8B-4F9C-954C-26073AA1F4E2}" destId="{91C42D77-1C40-473F-86AF-7F9AB0744849}" srcOrd="0" destOrd="0" presId="urn:microsoft.com/office/officeart/2018/2/layout/IconCircleList"/>
    <dgm:cxn modelId="{0966549C-1A86-44AD-9585-7D34AF362477}" type="presOf" srcId="{CFD4F64F-323B-492B-AECC-D19802E7621D}" destId="{E51BE7E0-B60B-4BD3-ABCB-BEDDE3F3CE18}" srcOrd="0" destOrd="0" presId="urn:microsoft.com/office/officeart/2018/2/layout/IconCircleList"/>
    <dgm:cxn modelId="{353DB9CD-43DF-4F5F-983D-16C5FF7E4637}" srcId="{3BCB7A27-C271-4135-945D-5ED197116ABA}" destId="{DC93F784-F607-4F1E-A8BE-A1F244729F7F}" srcOrd="0" destOrd="0" parTransId="{18E5EA58-553E-4119-BDEC-8E1475281641}" sibTransId="{7741258A-3402-4A8D-8577-974244BA7324}"/>
    <dgm:cxn modelId="{C8BDA4D2-7D67-4B4F-8C8A-BD9C8863CF95}" type="presOf" srcId="{3BCB7A27-C271-4135-945D-5ED197116ABA}" destId="{B5BC9E84-88D0-4510-B4EB-D542B4EC389E}" srcOrd="0" destOrd="0" presId="urn:microsoft.com/office/officeart/2018/2/layout/IconCircleList"/>
    <dgm:cxn modelId="{A60B2EE1-D08C-43EF-ABA4-B1C58789A59B}" srcId="{3BCB7A27-C271-4135-945D-5ED197116ABA}" destId="{3AE235E2-AE8B-4F9C-954C-26073AA1F4E2}" srcOrd="1" destOrd="0" parTransId="{CFAA595B-38D9-471D-8CC9-216441E3243E}" sibTransId="{CFD4F64F-323B-492B-AECC-D19802E7621D}"/>
    <dgm:cxn modelId="{E21FDFE9-B1FC-4811-9C99-6395E4BECFA0}" type="presOf" srcId="{AE276942-5A36-4BE2-8632-8EC55CB924B0}" destId="{6CE095E2-A26B-4934-A51D-E3A5A73ED11A}" srcOrd="0" destOrd="0" presId="urn:microsoft.com/office/officeart/2018/2/layout/IconCircleList"/>
    <dgm:cxn modelId="{192C8C6D-3795-4148-AE0A-335D2261540C}" type="presParOf" srcId="{B5BC9E84-88D0-4510-B4EB-D542B4EC389E}" destId="{3C9E55FE-77BF-43D8-AE52-D77BB17D4148}" srcOrd="0" destOrd="0" presId="urn:microsoft.com/office/officeart/2018/2/layout/IconCircleList"/>
    <dgm:cxn modelId="{1D87A513-A0C6-45EC-B5E5-79CEF21EFB2F}" type="presParOf" srcId="{3C9E55FE-77BF-43D8-AE52-D77BB17D4148}" destId="{785075FA-F9B2-452B-82E9-A3F75AC583CA}" srcOrd="0" destOrd="0" presId="urn:microsoft.com/office/officeart/2018/2/layout/IconCircleList"/>
    <dgm:cxn modelId="{9442ED39-A173-49B8-BEFF-0DC30AA2FD11}" type="presParOf" srcId="{785075FA-F9B2-452B-82E9-A3F75AC583CA}" destId="{C66937F3-E06B-425A-9829-777A87529352}" srcOrd="0" destOrd="0" presId="urn:microsoft.com/office/officeart/2018/2/layout/IconCircleList"/>
    <dgm:cxn modelId="{F28099DA-33DE-4B15-AE17-4125495C7D09}" type="presParOf" srcId="{785075FA-F9B2-452B-82E9-A3F75AC583CA}" destId="{5CC12D34-BA01-4543-94DD-78090AB3DC67}" srcOrd="1" destOrd="0" presId="urn:microsoft.com/office/officeart/2018/2/layout/IconCircleList"/>
    <dgm:cxn modelId="{B1DAC357-4968-46E8-B42B-203BFEE380E8}" type="presParOf" srcId="{785075FA-F9B2-452B-82E9-A3F75AC583CA}" destId="{02FFD602-721A-4E3A-8AC5-E2348BBDE27E}" srcOrd="2" destOrd="0" presId="urn:microsoft.com/office/officeart/2018/2/layout/IconCircleList"/>
    <dgm:cxn modelId="{7949C4A4-5796-4DC9-9B08-BC318CB1DC30}" type="presParOf" srcId="{785075FA-F9B2-452B-82E9-A3F75AC583CA}" destId="{5D44D5EA-A58D-4502-AFEA-E93461E97F14}" srcOrd="3" destOrd="0" presId="urn:microsoft.com/office/officeart/2018/2/layout/IconCircleList"/>
    <dgm:cxn modelId="{F79BE77F-E479-4B7C-B368-65BF692D8E77}" type="presParOf" srcId="{3C9E55FE-77BF-43D8-AE52-D77BB17D4148}" destId="{10C5CAEF-D83D-4C2A-8BA2-86CE4EC23840}" srcOrd="1" destOrd="0" presId="urn:microsoft.com/office/officeart/2018/2/layout/IconCircleList"/>
    <dgm:cxn modelId="{BFA80EC2-9B84-4D65-A0F9-C6E94A495308}" type="presParOf" srcId="{3C9E55FE-77BF-43D8-AE52-D77BB17D4148}" destId="{2B5D5DF7-E0D1-4E84-9F46-C7117B6F1424}" srcOrd="2" destOrd="0" presId="urn:microsoft.com/office/officeart/2018/2/layout/IconCircleList"/>
    <dgm:cxn modelId="{2E806C73-E706-4BFD-BA7A-7C069BF0C4CA}" type="presParOf" srcId="{2B5D5DF7-E0D1-4E84-9F46-C7117B6F1424}" destId="{487996C7-818A-4441-9C8D-B6E6DB4B0C74}" srcOrd="0" destOrd="0" presId="urn:microsoft.com/office/officeart/2018/2/layout/IconCircleList"/>
    <dgm:cxn modelId="{BB363CB3-F4A1-462B-8909-D26F3B1837E6}" type="presParOf" srcId="{2B5D5DF7-E0D1-4E84-9F46-C7117B6F1424}" destId="{C7C80027-B7DB-4822-BBED-13A13FA3451E}" srcOrd="1" destOrd="0" presId="urn:microsoft.com/office/officeart/2018/2/layout/IconCircleList"/>
    <dgm:cxn modelId="{9B15194E-BB10-4AA3-BF63-8A9D0FC199C4}" type="presParOf" srcId="{2B5D5DF7-E0D1-4E84-9F46-C7117B6F1424}" destId="{7AEAE747-0D53-4DC6-9679-8402C3CD76F3}" srcOrd="2" destOrd="0" presId="urn:microsoft.com/office/officeart/2018/2/layout/IconCircleList"/>
    <dgm:cxn modelId="{5D9B96E3-FAC0-4141-AEE0-B8EEC5DB183E}" type="presParOf" srcId="{2B5D5DF7-E0D1-4E84-9F46-C7117B6F1424}" destId="{91C42D77-1C40-473F-86AF-7F9AB0744849}" srcOrd="3" destOrd="0" presId="urn:microsoft.com/office/officeart/2018/2/layout/IconCircleList"/>
    <dgm:cxn modelId="{35C7C618-11B6-4042-8730-7C9022298708}" type="presParOf" srcId="{3C9E55FE-77BF-43D8-AE52-D77BB17D4148}" destId="{E51BE7E0-B60B-4BD3-ABCB-BEDDE3F3CE18}" srcOrd="3" destOrd="0" presId="urn:microsoft.com/office/officeart/2018/2/layout/IconCircleList"/>
    <dgm:cxn modelId="{F55A139A-1DFE-4214-8CAD-007217005BE5}" type="presParOf" srcId="{3C9E55FE-77BF-43D8-AE52-D77BB17D4148}" destId="{9ECE850D-5175-4B40-B80E-57091CEA58C1}" srcOrd="4" destOrd="0" presId="urn:microsoft.com/office/officeart/2018/2/layout/IconCircleList"/>
    <dgm:cxn modelId="{896DB6B4-58CF-4D8F-A9D7-DFB211672752}" type="presParOf" srcId="{9ECE850D-5175-4B40-B80E-57091CEA58C1}" destId="{78072661-D18B-423A-8263-B3A354CD5681}" srcOrd="0" destOrd="0" presId="urn:microsoft.com/office/officeart/2018/2/layout/IconCircleList"/>
    <dgm:cxn modelId="{31894F77-EC84-4175-AD8E-AEF61FB7A737}" type="presParOf" srcId="{9ECE850D-5175-4B40-B80E-57091CEA58C1}" destId="{4418895B-E9CD-4AC3-84E8-B5D7C291D9E5}" srcOrd="1" destOrd="0" presId="urn:microsoft.com/office/officeart/2018/2/layout/IconCircleList"/>
    <dgm:cxn modelId="{1719207B-C71C-4155-8331-EE514ED9730E}" type="presParOf" srcId="{9ECE850D-5175-4B40-B80E-57091CEA58C1}" destId="{62A10531-A229-4243-A4FD-39009B8C4647}" srcOrd="2" destOrd="0" presId="urn:microsoft.com/office/officeart/2018/2/layout/IconCircleList"/>
    <dgm:cxn modelId="{1647A8A2-5338-47D2-8E6E-BE5A0255A12F}" type="presParOf" srcId="{9ECE850D-5175-4B40-B80E-57091CEA58C1}" destId="{6CE095E2-A26B-4934-A51D-E3A5A73ED11A}" srcOrd="3" destOrd="0" presId="urn:microsoft.com/office/officeart/2018/2/layout/IconCircleList"/>
    <dgm:cxn modelId="{BC3B65B5-5A05-4160-8C8A-919AF80EF21D}" type="presParOf" srcId="{3C9E55FE-77BF-43D8-AE52-D77BB17D4148}" destId="{AFF23518-10A2-4556-81B8-0793A3489C6E}" srcOrd="5" destOrd="0" presId="urn:microsoft.com/office/officeart/2018/2/layout/IconCircleList"/>
    <dgm:cxn modelId="{9786DF18-0C28-4FFD-9489-E2A0C681A618}" type="presParOf" srcId="{3C9E55FE-77BF-43D8-AE52-D77BB17D4148}" destId="{72B0F3ED-5F17-435B-9037-4C2C20FA780D}" srcOrd="6" destOrd="0" presId="urn:microsoft.com/office/officeart/2018/2/layout/IconCircleList"/>
    <dgm:cxn modelId="{E170A5B2-DD09-4A8F-93B8-F898B1EA9ABB}" type="presParOf" srcId="{72B0F3ED-5F17-435B-9037-4C2C20FA780D}" destId="{8F82079F-6ED9-41AF-BF0F-79B1BED4FC4B}" srcOrd="0" destOrd="0" presId="urn:microsoft.com/office/officeart/2018/2/layout/IconCircleList"/>
    <dgm:cxn modelId="{E2E6992A-7A88-40BE-A07C-4720EF8C85F0}" type="presParOf" srcId="{72B0F3ED-5F17-435B-9037-4C2C20FA780D}" destId="{A987A4E6-1AAE-4C39-AF91-8C3FDD876556}" srcOrd="1" destOrd="0" presId="urn:microsoft.com/office/officeart/2018/2/layout/IconCircleList"/>
    <dgm:cxn modelId="{FF06EF66-D690-4BBD-ADC8-087D4B227354}" type="presParOf" srcId="{72B0F3ED-5F17-435B-9037-4C2C20FA780D}" destId="{5CBCBE0F-BC3F-4283-AD25-57F81793CAA4}" srcOrd="2" destOrd="0" presId="urn:microsoft.com/office/officeart/2018/2/layout/IconCircleList"/>
    <dgm:cxn modelId="{6DA2567B-3201-4BF1-8B72-A1FEB293A5D6}" type="presParOf" srcId="{72B0F3ED-5F17-435B-9037-4C2C20FA780D}" destId="{D34B99CB-E420-4FAB-A909-6BB0AA3678B2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58DC8870-AAC2-4F91-8138-2ED28C9008EA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2508DE0D-3400-4ABA-9A96-8ECB1D407174}">
      <dgm:prSet/>
      <dgm:spPr/>
      <dgm:t>
        <a:bodyPr/>
        <a:lstStyle/>
        <a:p>
          <a:pPr>
            <a:defRPr cap="all"/>
          </a:pPr>
          <a:r>
            <a:rPr lang="en-US"/>
            <a:t>- Goes beyond Copilot and Cursor via full repo context and compliance</a:t>
          </a:r>
        </a:p>
      </dgm:t>
    </dgm:pt>
    <dgm:pt modelId="{8D96C8EC-34FB-497D-B3D2-29AD14CB3C93}" type="parTrans" cxnId="{AA547D68-8EE1-46E3-B0FB-5BCF85BBD9C4}">
      <dgm:prSet/>
      <dgm:spPr/>
      <dgm:t>
        <a:bodyPr/>
        <a:lstStyle/>
        <a:p>
          <a:endParaRPr lang="en-US"/>
        </a:p>
      </dgm:t>
    </dgm:pt>
    <dgm:pt modelId="{72CEFAA5-BF82-4A94-8ED7-FE6B05C84A98}" type="sibTrans" cxnId="{AA547D68-8EE1-46E3-B0FB-5BCF85BBD9C4}">
      <dgm:prSet/>
      <dgm:spPr/>
      <dgm:t>
        <a:bodyPr/>
        <a:lstStyle/>
        <a:p>
          <a:endParaRPr lang="en-US"/>
        </a:p>
      </dgm:t>
    </dgm:pt>
    <dgm:pt modelId="{BCFDF45F-1C7A-413A-99DD-CB2C3BEC48B4}">
      <dgm:prSet/>
      <dgm:spPr/>
      <dgm:t>
        <a:bodyPr/>
        <a:lstStyle/>
        <a:p>
          <a:pPr>
            <a:defRPr cap="all"/>
          </a:pPr>
          <a:r>
            <a:rPr lang="en-US"/>
            <a:t>- Enterprise-grade governance and security</a:t>
          </a:r>
        </a:p>
      </dgm:t>
    </dgm:pt>
    <dgm:pt modelId="{859CFBE8-AD4B-4DE4-ACAE-5924ACA8DD17}" type="parTrans" cxnId="{F5BB0821-0ADD-444F-A2D8-94B1647E17B1}">
      <dgm:prSet/>
      <dgm:spPr/>
      <dgm:t>
        <a:bodyPr/>
        <a:lstStyle/>
        <a:p>
          <a:endParaRPr lang="en-US"/>
        </a:p>
      </dgm:t>
    </dgm:pt>
    <dgm:pt modelId="{993C136C-1420-4DAE-B899-EDDD2B84C48B}" type="sibTrans" cxnId="{F5BB0821-0ADD-444F-A2D8-94B1647E17B1}">
      <dgm:prSet/>
      <dgm:spPr/>
      <dgm:t>
        <a:bodyPr/>
        <a:lstStyle/>
        <a:p>
          <a:endParaRPr lang="en-US"/>
        </a:p>
      </dgm:t>
    </dgm:pt>
    <dgm:pt modelId="{2B91C71F-F7DF-467D-BD78-323A2FC9FD4A}">
      <dgm:prSet/>
      <dgm:spPr/>
      <dgm:t>
        <a:bodyPr/>
        <a:lstStyle/>
        <a:p>
          <a:pPr>
            <a:defRPr cap="all"/>
          </a:pPr>
          <a:r>
            <a:rPr lang="en-US"/>
            <a:t>- Focus on modernization and legacy system upgrades</a:t>
          </a:r>
        </a:p>
      </dgm:t>
    </dgm:pt>
    <dgm:pt modelId="{BAB0714F-1B35-4BEF-91E8-0F20FF688093}" type="parTrans" cxnId="{7936E0D9-EAFA-4960-A6FF-43426BE9D51B}">
      <dgm:prSet/>
      <dgm:spPr/>
      <dgm:t>
        <a:bodyPr/>
        <a:lstStyle/>
        <a:p>
          <a:endParaRPr lang="en-US"/>
        </a:p>
      </dgm:t>
    </dgm:pt>
    <dgm:pt modelId="{2B78631F-1DD3-455C-973C-44C59E53B9C1}" type="sibTrans" cxnId="{7936E0D9-EAFA-4960-A6FF-43426BE9D51B}">
      <dgm:prSet/>
      <dgm:spPr/>
      <dgm:t>
        <a:bodyPr/>
        <a:lstStyle/>
        <a:p>
          <a:endParaRPr lang="en-US"/>
        </a:p>
      </dgm:t>
    </dgm:pt>
    <dgm:pt modelId="{9F09F9CF-092F-4E90-A153-0DE4FB888F8B}">
      <dgm:prSet/>
      <dgm:spPr/>
      <dgm:t>
        <a:bodyPr/>
        <a:lstStyle/>
        <a:p>
          <a:pPr>
            <a:defRPr cap="all"/>
          </a:pPr>
          <a:r>
            <a:rPr lang="en-US"/>
            <a:t>- Positioned for large enterprise adoption</a:t>
          </a:r>
        </a:p>
      </dgm:t>
    </dgm:pt>
    <dgm:pt modelId="{06BC2E8D-BC30-4672-AFB6-0ACE9DE766C2}" type="parTrans" cxnId="{F773191B-CABA-4A1C-A440-D6D559A60E39}">
      <dgm:prSet/>
      <dgm:spPr/>
      <dgm:t>
        <a:bodyPr/>
        <a:lstStyle/>
        <a:p>
          <a:endParaRPr lang="en-US"/>
        </a:p>
      </dgm:t>
    </dgm:pt>
    <dgm:pt modelId="{8D139E87-2DDF-450F-9DE2-543499FC55D2}" type="sibTrans" cxnId="{F773191B-CABA-4A1C-A440-D6D559A60E39}">
      <dgm:prSet/>
      <dgm:spPr/>
      <dgm:t>
        <a:bodyPr/>
        <a:lstStyle/>
        <a:p>
          <a:endParaRPr lang="en-US"/>
        </a:p>
      </dgm:t>
    </dgm:pt>
    <dgm:pt modelId="{3EAA8C0C-908B-4DC8-BF6C-0C98D90066C0}" type="pres">
      <dgm:prSet presAssocID="{58DC8870-AAC2-4F91-8138-2ED28C9008EA}" presName="root" presStyleCnt="0">
        <dgm:presLayoutVars>
          <dgm:dir/>
          <dgm:resizeHandles val="exact"/>
        </dgm:presLayoutVars>
      </dgm:prSet>
      <dgm:spPr/>
    </dgm:pt>
    <dgm:pt modelId="{5997C75F-EDDB-44BA-91FC-449B2CE9D615}" type="pres">
      <dgm:prSet presAssocID="{2508DE0D-3400-4ABA-9A96-8ECB1D407174}" presName="compNode" presStyleCnt="0"/>
      <dgm:spPr/>
    </dgm:pt>
    <dgm:pt modelId="{F264C56B-0242-4DA9-B92A-D8FDE0F90A88}" type="pres">
      <dgm:prSet presAssocID="{2508DE0D-3400-4ABA-9A96-8ECB1D407174}" presName="iconBgRect" presStyleLbl="bgShp" presStyleIdx="0" presStyleCnt="4"/>
      <dgm:spPr/>
    </dgm:pt>
    <dgm:pt modelId="{D01B31B3-2F68-4047-A142-AD2FF9E497D6}" type="pres">
      <dgm:prSet presAssocID="{2508DE0D-3400-4ABA-9A96-8ECB1D407174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ursor"/>
        </a:ext>
      </dgm:extLst>
    </dgm:pt>
    <dgm:pt modelId="{DDBB4FC4-F69A-43AD-886D-C8E20F3A7A92}" type="pres">
      <dgm:prSet presAssocID="{2508DE0D-3400-4ABA-9A96-8ECB1D407174}" presName="spaceRect" presStyleCnt="0"/>
      <dgm:spPr/>
    </dgm:pt>
    <dgm:pt modelId="{AB466179-1C93-4C25-A03F-350E9C78E288}" type="pres">
      <dgm:prSet presAssocID="{2508DE0D-3400-4ABA-9A96-8ECB1D407174}" presName="textRect" presStyleLbl="revTx" presStyleIdx="0" presStyleCnt="4">
        <dgm:presLayoutVars>
          <dgm:chMax val="1"/>
          <dgm:chPref val="1"/>
        </dgm:presLayoutVars>
      </dgm:prSet>
      <dgm:spPr/>
    </dgm:pt>
    <dgm:pt modelId="{968B138A-E0DD-46F1-B5EC-0A468E35061A}" type="pres">
      <dgm:prSet presAssocID="{72CEFAA5-BF82-4A94-8ED7-FE6B05C84A98}" presName="sibTrans" presStyleCnt="0"/>
      <dgm:spPr/>
    </dgm:pt>
    <dgm:pt modelId="{E5A50009-0D91-428C-BA49-5B019A2EC78B}" type="pres">
      <dgm:prSet presAssocID="{BCFDF45F-1C7A-413A-99DD-CB2C3BEC48B4}" presName="compNode" presStyleCnt="0"/>
      <dgm:spPr/>
    </dgm:pt>
    <dgm:pt modelId="{F2E7C4B5-744F-4056-8B37-1E4D95ACED26}" type="pres">
      <dgm:prSet presAssocID="{BCFDF45F-1C7A-413A-99DD-CB2C3BEC48B4}" presName="iconBgRect" presStyleLbl="bgShp" presStyleIdx="1" presStyleCnt="4"/>
      <dgm:spPr/>
    </dgm:pt>
    <dgm:pt modelId="{1AD4EE99-4F40-487A-B94F-67C1453D36E3}" type="pres">
      <dgm:prSet presAssocID="{BCFDF45F-1C7A-413A-99DD-CB2C3BEC48B4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loud Computing"/>
        </a:ext>
      </dgm:extLst>
    </dgm:pt>
    <dgm:pt modelId="{7186D350-DC80-4CBD-9A08-0E67254006EB}" type="pres">
      <dgm:prSet presAssocID="{BCFDF45F-1C7A-413A-99DD-CB2C3BEC48B4}" presName="spaceRect" presStyleCnt="0"/>
      <dgm:spPr/>
    </dgm:pt>
    <dgm:pt modelId="{13E15FA0-92A5-414E-BC2B-7B852F384956}" type="pres">
      <dgm:prSet presAssocID="{BCFDF45F-1C7A-413A-99DD-CB2C3BEC48B4}" presName="textRect" presStyleLbl="revTx" presStyleIdx="1" presStyleCnt="4">
        <dgm:presLayoutVars>
          <dgm:chMax val="1"/>
          <dgm:chPref val="1"/>
        </dgm:presLayoutVars>
      </dgm:prSet>
      <dgm:spPr/>
    </dgm:pt>
    <dgm:pt modelId="{7D7C54D8-CF88-4380-8D4F-C9BAB58E0C1E}" type="pres">
      <dgm:prSet presAssocID="{993C136C-1420-4DAE-B899-EDDD2B84C48B}" presName="sibTrans" presStyleCnt="0"/>
      <dgm:spPr/>
    </dgm:pt>
    <dgm:pt modelId="{F66ADCD4-165E-4F1C-B881-1940A690DDA7}" type="pres">
      <dgm:prSet presAssocID="{2B91C71F-F7DF-467D-BD78-323A2FC9FD4A}" presName="compNode" presStyleCnt="0"/>
      <dgm:spPr/>
    </dgm:pt>
    <dgm:pt modelId="{5700203E-4FE2-437C-A203-01AE8416B0B2}" type="pres">
      <dgm:prSet presAssocID="{2B91C71F-F7DF-467D-BD78-323A2FC9FD4A}" presName="iconBgRect" presStyleLbl="bgShp" presStyleIdx="2" presStyleCnt="4"/>
      <dgm:spPr/>
    </dgm:pt>
    <dgm:pt modelId="{A9F3A4AD-4727-42A4-95C7-6341B75A9176}" type="pres">
      <dgm:prSet presAssocID="{2B91C71F-F7DF-467D-BD78-323A2FC9FD4A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308179F7-C608-4377-9530-6D6D5F5C696F}" type="pres">
      <dgm:prSet presAssocID="{2B91C71F-F7DF-467D-BD78-323A2FC9FD4A}" presName="spaceRect" presStyleCnt="0"/>
      <dgm:spPr/>
    </dgm:pt>
    <dgm:pt modelId="{3BFB2F69-0E6A-4141-98E6-0BCB6319D169}" type="pres">
      <dgm:prSet presAssocID="{2B91C71F-F7DF-467D-BD78-323A2FC9FD4A}" presName="textRect" presStyleLbl="revTx" presStyleIdx="2" presStyleCnt="4">
        <dgm:presLayoutVars>
          <dgm:chMax val="1"/>
          <dgm:chPref val="1"/>
        </dgm:presLayoutVars>
      </dgm:prSet>
      <dgm:spPr/>
    </dgm:pt>
    <dgm:pt modelId="{F76274F2-4332-4BFB-901A-4FD1ED713062}" type="pres">
      <dgm:prSet presAssocID="{2B78631F-1DD3-455C-973C-44C59E53B9C1}" presName="sibTrans" presStyleCnt="0"/>
      <dgm:spPr/>
    </dgm:pt>
    <dgm:pt modelId="{BEAEAF6E-99C3-4D6C-B3CE-D16F6D8AE697}" type="pres">
      <dgm:prSet presAssocID="{9F09F9CF-092F-4E90-A153-0DE4FB888F8B}" presName="compNode" presStyleCnt="0"/>
      <dgm:spPr/>
    </dgm:pt>
    <dgm:pt modelId="{12EE9417-C850-4FC9-92E9-3B4CA15A9B77}" type="pres">
      <dgm:prSet presAssocID="{9F09F9CF-092F-4E90-A153-0DE4FB888F8B}" presName="iconBgRect" presStyleLbl="bgShp" presStyleIdx="3" presStyleCnt="4"/>
      <dgm:spPr/>
    </dgm:pt>
    <dgm:pt modelId="{84958B77-72CD-4C21-B8A4-0EB07B443D56}" type="pres">
      <dgm:prSet presAssocID="{9F09F9CF-092F-4E90-A153-0DE4FB888F8B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uilding"/>
        </a:ext>
      </dgm:extLst>
    </dgm:pt>
    <dgm:pt modelId="{895971CC-529B-4E5C-B675-17D800BDE89F}" type="pres">
      <dgm:prSet presAssocID="{9F09F9CF-092F-4E90-A153-0DE4FB888F8B}" presName="spaceRect" presStyleCnt="0"/>
      <dgm:spPr/>
    </dgm:pt>
    <dgm:pt modelId="{43B204C8-D040-4A5F-A310-D034BDC6919E}" type="pres">
      <dgm:prSet presAssocID="{9F09F9CF-092F-4E90-A153-0DE4FB888F8B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F773191B-CABA-4A1C-A440-D6D559A60E39}" srcId="{58DC8870-AAC2-4F91-8138-2ED28C9008EA}" destId="{9F09F9CF-092F-4E90-A153-0DE4FB888F8B}" srcOrd="3" destOrd="0" parTransId="{06BC2E8D-BC30-4672-AFB6-0ACE9DE766C2}" sibTransId="{8D139E87-2DDF-450F-9DE2-543499FC55D2}"/>
    <dgm:cxn modelId="{F5BB0821-0ADD-444F-A2D8-94B1647E17B1}" srcId="{58DC8870-AAC2-4F91-8138-2ED28C9008EA}" destId="{BCFDF45F-1C7A-413A-99DD-CB2C3BEC48B4}" srcOrd="1" destOrd="0" parTransId="{859CFBE8-AD4B-4DE4-ACAE-5924ACA8DD17}" sibTransId="{993C136C-1420-4DAE-B899-EDDD2B84C48B}"/>
    <dgm:cxn modelId="{AA547D68-8EE1-46E3-B0FB-5BCF85BBD9C4}" srcId="{58DC8870-AAC2-4F91-8138-2ED28C9008EA}" destId="{2508DE0D-3400-4ABA-9A96-8ECB1D407174}" srcOrd="0" destOrd="0" parTransId="{8D96C8EC-34FB-497D-B3D2-29AD14CB3C93}" sibTransId="{72CEFAA5-BF82-4A94-8ED7-FE6B05C84A98}"/>
    <dgm:cxn modelId="{B621338B-647F-43B2-92B6-D099BBE560A8}" type="presOf" srcId="{58DC8870-AAC2-4F91-8138-2ED28C9008EA}" destId="{3EAA8C0C-908B-4DC8-BF6C-0C98D90066C0}" srcOrd="0" destOrd="0" presId="urn:microsoft.com/office/officeart/2018/5/layout/IconCircleLabelList"/>
    <dgm:cxn modelId="{82870E8D-205E-4E7E-B578-8D307CCDB4B5}" type="presOf" srcId="{2508DE0D-3400-4ABA-9A96-8ECB1D407174}" destId="{AB466179-1C93-4C25-A03F-350E9C78E288}" srcOrd="0" destOrd="0" presId="urn:microsoft.com/office/officeart/2018/5/layout/IconCircleLabelList"/>
    <dgm:cxn modelId="{CC723693-E6B7-4B43-9DE7-A8FE10E84462}" type="presOf" srcId="{9F09F9CF-092F-4E90-A153-0DE4FB888F8B}" destId="{43B204C8-D040-4A5F-A310-D034BDC6919E}" srcOrd="0" destOrd="0" presId="urn:microsoft.com/office/officeart/2018/5/layout/IconCircleLabelList"/>
    <dgm:cxn modelId="{1E9808D8-7462-403D-8302-5AA055038055}" type="presOf" srcId="{BCFDF45F-1C7A-413A-99DD-CB2C3BEC48B4}" destId="{13E15FA0-92A5-414E-BC2B-7B852F384956}" srcOrd="0" destOrd="0" presId="urn:microsoft.com/office/officeart/2018/5/layout/IconCircleLabelList"/>
    <dgm:cxn modelId="{7936E0D9-EAFA-4960-A6FF-43426BE9D51B}" srcId="{58DC8870-AAC2-4F91-8138-2ED28C9008EA}" destId="{2B91C71F-F7DF-467D-BD78-323A2FC9FD4A}" srcOrd="2" destOrd="0" parTransId="{BAB0714F-1B35-4BEF-91E8-0F20FF688093}" sibTransId="{2B78631F-1DD3-455C-973C-44C59E53B9C1}"/>
    <dgm:cxn modelId="{2498AEE9-DA5F-4F6C-BFC9-2AC099C771F0}" type="presOf" srcId="{2B91C71F-F7DF-467D-BD78-323A2FC9FD4A}" destId="{3BFB2F69-0E6A-4141-98E6-0BCB6319D169}" srcOrd="0" destOrd="0" presId="urn:microsoft.com/office/officeart/2018/5/layout/IconCircleLabelList"/>
    <dgm:cxn modelId="{B05309FD-E8D4-4406-98E7-FC833AE8A480}" type="presParOf" srcId="{3EAA8C0C-908B-4DC8-BF6C-0C98D90066C0}" destId="{5997C75F-EDDB-44BA-91FC-449B2CE9D615}" srcOrd="0" destOrd="0" presId="urn:microsoft.com/office/officeart/2018/5/layout/IconCircleLabelList"/>
    <dgm:cxn modelId="{557DF4D6-A385-4751-B884-9A3A5875EF7E}" type="presParOf" srcId="{5997C75F-EDDB-44BA-91FC-449B2CE9D615}" destId="{F264C56B-0242-4DA9-B92A-D8FDE0F90A88}" srcOrd="0" destOrd="0" presId="urn:microsoft.com/office/officeart/2018/5/layout/IconCircleLabelList"/>
    <dgm:cxn modelId="{B85BBDFF-21A7-484A-AEAA-FF27F79329C9}" type="presParOf" srcId="{5997C75F-EDDB-44BA-91FC-449B2CE9D615}" destId="{D01B31B3-2F68-4047-A142-AD2FF9E497D6}" srcOrd="1" destOrd="0" presId="urn:microsoft.com/office/officeart/2018/5/layout/IconCircleLabelList"/>
    <dgm:cxn modelId="{1582B0DA-6F8A-41D1-808C-AC3DD1DBC619}" type="presParOf" srcId="{5997C75F-EDDB-44BA-91FC-449B2CE9D615}" destId="{DDBB4FC4-F69A-43AD-886D-C8E20F3A7A92}" srcOrd="2" destOrd="0" presId="urn:microsoft.com/office/officeart/2018/5/layout/IconCircleLabelList"/>
    <dgm:cxn modelId="{E82FB4AC-5D5F-448B-ACBC-270DA362D421}" type="presParOf" srcId="{5997C75F-EDDB-44BA-91FC-449B2CE9D615}" destId="{AB466179-1C93-4C25-A03F-350E9C78E288}" srcOrd="3" destOrd="0" presId="urn:microsoft.com/office/officeart/2018/5/layout/IconCircleLabelList"/>
    <dgm:cxn modelId="{27FE5299-6C73-4A81-8C05-1BA3A95E7B5D}" type="presParOf" srcId="{3EAA8C0C-908B-4DC8-BF6C-0C98D90066C0}" destId="{968B138A-E0DD-46F1-B5EC-0A468E35061A}" srcOrd="1" destOrd="0" presId="urn:microsoft.com/office/officeart/2018/5/layout/IconCircleLabelList"/>
    <dgm:cxn modelId="{A5241A9B-CC9F-4074-ADD8-6619F712BD36}" type="presParOf" srcId="{3EAA8C0C-908B-4DC8-BF6C-0C98D90066C0}" destId="{E5A50009-0D91-428C-BA49-5B019A2EC78B}" srcOrd="2" destOrd="0" presId="urn:microsoft.com/office/officeart/2018/5/layout/IconCircleLabelList"/>
    <dgm:cxn modelId="{9E13E9AC-312A-4AF4-AA30-2FA24B57AEED}" type="presParOf" srcId="{E5A50009-0D91-428C-BA49-5B019A2EC78B}" destId="{F2E7C4B5-744F-4056-8B37-1E4D95ACED26}" srcOrd="0" destOrd="0" presId="urn:microsoft.com/office/officeart/2018/5/layout/IconCircleLabelList"/>
    <dgm:cxn modelId="{762E86BE-50D0-4E83-A219-3747EC9FB5FC}" type="presParOf" srcId="{E5A50009-0D91-428C-BA49-5B019A2EC78B}" destId="{1AD4EE99-4F40-487A-B94F-67C1453D36E3}" srcOrd="1" destOrd="0" presId="urn:microsoft.com/office/officeart/2018/5/layout/IconCircleLabelList"/>
    <dgm:cxn modelId="{DDA49005-30DA-47BC-9284-3DBE9758646A}" type="presParOf" srcId="{E5A50009-0D91-428C-BA49-5B019A2EC78B}" destId="{7186D350-DC80-4CBD-9A08-0E67254006EB}" srcOrd="2" destOrd="0" presId="urn:microsoft.com/office/officeart/2018/5/layout/IconCircleLabelList"/>
    <dgm:cxn modelId="{99C1AC26-0B43-4CE7-893B-221E6213CA52}" type="presParOf" srcId="{E5A50009-0D91-428C-BA49-5B019A2EC78B}" destId="{13E15FA0-92A5-414E-BC2B-7B852F384956}" srcOrd="3" destOrd="0" presId="urn:microsoft.com/office/officeart/2018/5/layout/IconCircleLabelList"/>
    <dgm:cxn modelId="{15A3C617-EBC6-4F36-92D7-3295D828E752}" type="presParOf" srcId="{3EAA8C0C-908B-4DC8-BF6C-0C98D90066C0}" destId="{7D7C54D8-CF88-4380-8D4F-C9BAB58E0C1E}" srcOrd="3" destOrd="0" presId="urn:microsoft.com/office/officeart/2018/5/layout/IconCircleLabelList"/>
    <dgm:cxn modelId="{A55B6C7C-C032-4BB3-A17F-A68488B367A4}" type="presParOf" srcId="{3EAA8C0C-908B-4DC8-BF6C-0C98D90066C0}" destId="{F66ADCD4-165E-4F1C-B881-1940A690DDA7}" srcOrd="4" destOrd="0" presId="urn:microsoft.com/office/officeart/2018/5/layout/IconCircleLabelList"/>
    <dgm:cxn modelId="{66A6BAF5-2CA9-4C87-A4A9-7C6DFAC49C1A}" type="presParOf" srcId="{F66ADCD4-165E-4F1C-B881-1940A690DDA7}" destId="{5700203E-4FE2-437C-A203-01AE8416B0B2}" srcOrd="0" destOrd="0" presId="urn:microsoft.com/office/officeart/2018/5/layout/IconCircleLabelList"/>
    <dgm:cxn modelId="{CE53692F-DA82-4FA9-8F8A-DE347E235FEB}" type="presParOf" srcId="{F66ADCD4-165E-4F1C-B881-1940A690DDA7}" destId="{A9F3A4AD-4727-42A4-95C7-6341B75A9176}" srcOrd="1" destOrd="0" presId="urn:microsoft.com/office/officeart/2018/5/layout/IconCircleLabelList"/>
    <dgm:cxn modelId="{DF569AE7-CA6F-4BF7-8522-D642519F7118}" type="presParOf" srcId="{F66ADCD4-165E-4F1C-B881-1940A690DDA7}" destId="{308179F7-C608-4377-9530-6D6D5F5C696F}" srcOrd="2" destOrd="0" presId="urn:microsoft.com/office/officeart/2018/5/layout/IconCircleLabelList"/>
    <dgm:cxn modelId="{4B5E3504-1698-4130-83C9-BE6D408B7887}" type="presParOf" srcId="{F66ADCD4-165E-4F1C-B881-1940A690DDA7}" destId="{3BFB2F69-0E6A-4141-98E6-0BCB6319D169}" srcOrd="3" destOrd="0" presId="urn:microsoft.com/office/officeart/2018/5/layout/IconCircleLabelList"/>
    <dgm:cxn modelId="{3C5B7974-FE74-4783-BC55-3693A9E8DA9F}" type="presParOf" srcId="{3EAA8C0C-908B-4DC8-BF6C-0C98D90066C0}" destId="{F76274F2-4332-4BFB-901A-4FD1ED713062}" srcOrd="5" destOrd="0" presId="urn:microsoft.com/office/officeart/2018/5/layout/IconCircleLabelList"/>
    <dgm:cxn modelId="{F6B35BFC-63D6-48D7-B535-62B705FCF5AB}" type="presParOf" srcId="{3EAA8C0C-908B-4DC8-BF6C-0C98D90066C0}" destId="{BEAEAF6E-99C3-4D6C-B3CE-D16F6D8AE697}" srcOrd="6" destOrd="0" presId="urn:microsoft.com/office/officeart/2018/5/layout/IconCircleLabelList"/>
    <dgm:cxn modelId="{CED19120-AADA-47D6-9612-3F2A7A18ACAC}" type="presParOf" srcId="{BEAEAF6E-99C3-4D6C-B3CE-D16F6D8AE697}" destId="{12EE9417-C850-4FC9-92E9-3B4CA15A9B77}" srcOrd="0" destOrd="0" presId="urn:microsoft.com/office/officeart/2018/5/layout/IconCircleLabelList"/>
    <dgm:cxn modelId="{09F7A679-4E35-4F48-8A94-BC54B24E4FC1}" type="presParOf" srcId="{BEAEAF6E-99C3-4D6C-B3CE-D16F6D8AE697}" destId="{84958B77-72CD-4C21-B8A4-0EB07B443D56}" srcOrd="1" destOrd="0" presId="urn:microsoft.com/office/officeart/2018/5/layout/IconCircleLabelList"/>
    <dgm:cxn modelId="{36CE3B14-6FCE-4DFA-9FBE-88EB7247CA88}" type="presParOf" srcId="{BEAEAF6E-99C3-4D6C-B3CE-D16F6D8AE697}" destId="{895971CC-529B-4E5C-B675-17D800BDE89F}" srcOrd="2" destOrd="0" presId="urn:microsoft.com/office/officeart/2018/5/layout/IconCircleLabelList"/>
    <dgm:cxn modelId="{EC12AD81-AB47-41F8-9B0A-DAD31106C668}" type="presParOf" srcId="{BEAEAF6E-99C3-4D6C-B3CE-D16F6D8AE697}" destId="{43B204C8-D040-4A5F-A310-D034BDC6919E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9748B0D7-8168-418B-BE44-1E609A16CDB9}" type="doc">
      <dgm:prSet loTypeId="urn:microsoft.com/office/officeart/2018/2/layout/IconCircle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655E71B6-006C-4801-87FD-288A4691843D}">
      <dgm:prSet/>
      <dgm:spPr/>
      <dgm:t>
        <a:bodyPr/>
        <a:lstStyle/>
        <a:p>
          <a:r>
            <a:rPr lang="en-US" dirty="0"/>
            <a:t>Dependence on LLM accuracy; risk of hallucination</a:t>
          </a:r>
        </a:p>
      </dgm:t>
    </dgm:pt>
    <dgm:pt modelId="{19A3B45D-7817-4495-9806-33203A192521}" type="parTrans" cxnId="{3210B1D1-D488-4AC0-8201-A7BB086F1540}">
      <dgm:prSet/>
      <dgm:spPr/>
      <dgm:t>
        <a:bodyPr/>
        <a:lstStyle/>
        <a:p>
          <a:endParaRPr lang="en-US"/>
        </a:p>
      </dgm:t>
    </dgm:pt>
    <dgm:pt modelId="{BA116310-4DB1-4A6A-96D7-2050109381DB}" type="sibTrans" cxnId="{3210B1D1-D488-4AC0-8201-A7BB086F1540}">
      <dgm:prSet/>
      <dgm:spPr/>
      <dgm:t>
        <a:bodyPr/>
        <a:lstStyle/>
        <a:p>
          <a:endParaRPr lang="en-US"/>
        </a:p>
      </dgm:t>
    </dgm:pt>
    <dgm:pt modelId="{4B46799B-6DDB-46D2-BA07-D95AC45334CC}">
      <dgm:prSet/>
      <dgm:spPr/>
      <dgm:t>
        <a:bodyPr/>
        <a:lstStyle/>
        <a:p>
          <a:r>
            <a:rPr lang="en-US" dirty="0"/>
            <a:t>Code exposure and security concerns</a:t>
          </a:r>
        </a:p>
      </dgm:t>
    </dgm:pt>
    <dgm:pt modelId="{CE426695-702B-45B0-8D15-3981E093C6D5}" type="parTrans" cxnId="{1D95A03A-16F1-445F-8107-669417D48BD0}">
      <dgm:prSet/>
      <dgm:spPr/>
      <dgm:t>
        <a:bodyPr/>
        <a:lstStyle/>
        <a:p>
          <a:endParaRPr lang="en-US"/>
        </a:p>
      </dgm:t>
    </dgm:pt>
    <dgm:pt modelId="{29844751-AF40-42B2-87B9-E92DA1EC6B9C}" type="sibTrans" cxnId="{1D95A03A-16F1-445F-8107-669417D48BD0}">
      <dgm:prSet/>
      <dgm:spPr/>
      <dgm:t>
        <a:bodyPr/>
        <a:lstStyle/>
        <a:p>
          <a:endParaRPr lang="en-US"/>
        </a:p>
      </dgm:t>
    </dgm:pt>
    <dgm:pt modelId="{88557AF3-3C13-441F-9A95-4D12A9587C4D}">
      <dgm:prSet/>
      <dgm:spPr/>
      <dgm:t>
        <a:bodyPr/>
        <a:lstStyle/>
        <a:p>
          <a:r>
            <a:rPr lang="en-US" dirty="0"/>
            <a:t>Complex integration with pipelines</a:t>
          </a:r>
        </a:p>
      </dgm:t>
    </dgm:pt>
    <dgm:pt modelId="{7EB08B94-87C0-40AB-AD4E-2A2E5F75D66D}" type="parTrans" cxnId="{FD7D8263-A829-496D-8D0E-342955F7A604}">
      <dgm:prSet/>
      <dgm:spPr/>
      <dgm:t>
        <a:bodyPr/>
        <a:lstStyle/>
        <a:p>
          <a:endParaRPr lang="en-US"/>
        </a:p>
      </dgm:t>
    </dgm:pt>
    <dgm:pt modelId="{6374F869-B478-4567-A755-1759684DB767}" type="sibTrans" cxnId="{FD7D8263-A829-496D-8D0E-342955F7A604}">
      <dgm:prSet/>
      <dgm:spPr/>
      <dgm:t>
        <a:bodyPr/>
        <a:lstStyle/>
        <a:p>
          <a:endParaRPr lang="en-US"/>
        </a:p>
      </dgm:t>
    </dgm:pt>
    <dgm:pt modelId="{9911CF65-2835-49FE-813C-5293F157A1B7}">
      <dgm:prSet/>
      <dgm:spPr/>
      <dgm:t>
        <a:bodyPr/>
        <a:lstStyle/>
        <a:p>
          <a:r>
            <a:rPr lang="en-US" dirty="0"/>
            <a:t>Adoption barriers: developer trust and learning curve</a:t>
          </a:r>
        </a:p>
      </dgm:t>
    </dgm:pt>
    <dgm:pt modelId="{9570AC1E-5F13-494C-810A-6A4B10DEA8FA}" type="parTrans" cxnId="{68240A86-FFC5-4FB5-9899-AB7C69854A5D}">
      <dgm:prSet/>
      <dgm:spPr/>
      <dgm:t>
        <a:bodyPr/>
        <a:lstStyle/>
        <a:p>
          <a:endParaRPr lang="en-US"/>
        </a:p>
      </dgm:t>
    </dgm:pt>
    <dgm:pt modelId="{57030E7E-839F-4483-A93E-3DC7C48CDE8C}" type="sibTrans" cxnId="{68240A86-FFC5-4FB5-9899-AB7C69854A5D}">
      <dgm:prSet/>
      <dgm:spPr/>
      <dgm:t>
        <a:bodyPr/>
        <a:lstStyle/>
        <a:p>
          <a:endParaRPr lang="en-US"/>
        </a:p>
      </dgm:t>
    </dgm:pt>
    <dgm:pt modelId="{D62DF6E8-D254-4E34-B504-3A8B83ABE9DE}">
      <dgm:prSet/>
      <dgm:spPr/>
      <dgm:t>
        <a:bodyPr/>
        <a:lstStyle/>
        <a:p>
          <a:r>
            <a:rPr lang="en-US" dirty="0"/>
            <a:t>Legal/IP implications of AI-generated code</a:t>
          </a:r>
        </a:p>
      </dgm:t>
    </dgm:pt>
    <dgm:pt modelId="{F49FBE3C-AE1B-4996-94D4-A13C162FCF99}" type="parTrans" cxnId="{1F323DD6-17C8-4862-8ADB-D3F24FC0E036}">
      <dgm:prSet/>
      <dgm:spPr/>
      <dgm:t>
        <a:bodyPr/>
        <a:lstStyle/>
        <a:p>
          <a:endParaRPr lang="en-US"/>
        </a:p>
      </dgm:t>
    </dgm:pt>
    <dgm:pt modelId="{288114CA-7C37-4BD5-AADD-A96887906379}" type="sibTrans" cxnId="{1F323DD6-17C8-4862-8ADB-D3F24FC0E036}">
      <dgm:prSet/>
      <dgm:spPr/>
      <dgm:t>
        <a:bodyPr/>
        <a:lstStyle/>
        <a:p>
          <a:endParaRPr lang="en-US"/>
        </a:p>
      </dgm:t>
    </dgm:pt>
    <dgm:pt modelId="{E0BE6FD2-AA57-4881-9207-23BF08CA5A66}" type="pres">
      <dgm:prSet presAssocID="{9748B0D7-8168-418B-BE44-1E609A16CDB9}" presName="root" presStyleCnt="0">
        <dgm:presLayoutVars>
          <dgm:dir/>
          <dgm:resizeHandles val="exact"/>
        </dgm:presLayoutVars>
      </dgm:prSet>
      <dgm:spPr/>
    </dgm:pt>
    <dgm:pt modelId="{1A232DEB-9AAD-4ECE-BB7D-85E4EB286673}" type="pres">
      <dgm:prSet presAssocID="{9748B0D7-8168-418B-BE44-1E609A16CDB9}" presName="container" presStyleCnt="0">
        <dgm:presLayoutVars>
          <dgm:dir/>
          <dgm:resizeHandles val="exact"/>
        </dgm:presLayoutVars>
      </dgm:prSet>
      <dgm:spPr/>
    </dgm:pt>
    <dgm:pt modelId="{C84EF63B-2873-4BC1-82A8-2E839CA153FC}" type="pres">
      <dgm:prSet presAssocID="{655E71B6-006C-4801-87FD-288A4691843D}" presName="compNode" presStyleCnt="0"/>
      <dgm:spPr/>
    </dgm:pt>
    <dgm:pt modelId="{F8B57738-7615-4F40-9A14-FB11554FE8B3}" type="pres">
      <dgm:prSet presAssocID="{655E71B6-006C-4801-87FD-288A4691843D}" presName="iconBgRect" presStyleLbl="bgShp" presStyleIdx="0" presStyleCnt="5"/>
      <dgm:spPr/>
    </dgm:pt>
    <dgm:pt modelId="{7849051C-9132-45D9-AEBE-23F872D3323C}" type="pres">
      <dgm:prSet presAssocID="{655E71B6-006C-4801-87FD-288A4691843D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arget"/>
        </a:ext>
      </dgm:extLst>
    </dgm:pt>
    <dgm:pt modelId="{6D74DE4A-F2B4-47A7-998B-918E1CB44170}" type="pres">
      <dgm:prSet presAssocID="{655E71B6-006C-4801-87FD-288A4691843D}" presName="spaceRect" presStyleCnt="0"/>
      <dgm:spPr/>
    </dgm:pt>
    <dgm:pt modelId="{BF9A619F-CCE6-49D2-82F7-4B7C55757F15}" type="pres">
      <dgm:prSet presAssocID="{655E71B6-006C-4801-87FD-288A4691843D}" presName="textRect" presStyleLbl="revTx" presStyleIdx="0" presStyleCnt="5">
        <dgm:presLayoutVars>
          <dgm:chMax val="1"/>
          <dgm:chPref val="1"/>
        </dgm:presLayoutVars>
      </dgm:prSet>
      <dgm:spPr/>
    </dgm:pt>
    <dgm:pt modelId="{F25635F5-FC33-471A-A3B8-8DFE4F21611F}" type="pres">
      <dgm:prSet presAssocID="{BA116310-4DB1-4A6A-96D7-2050109381DB}" presName="sibTrans" presStyleLbl="sibTrans2D1" presStyleIdx="0" presStyleCnt="0"/>
      <dgm:spPr/>
    </dgm:pt>
    <dgm:pt modelId="{69AB3805-3F36-470A-9662-E04291ADFD70}" type="pres">
      <dgm:prSet presAssocID="{4B46799B-6DDB-46D2-BA07-D95AC45334CC}" presName="compNode" presStyleCnt="0"/>
      <dgm:spPr/>
    </dgm:pt>
    <dgm:pt modelId="{9B58FA5C-5BF4-4F1D-9326-2BFAC1FA33B9}" type="pres">
      <dgm:prSet presAssocID="{4B46799B-6DDB-46D2-BA07-D95AC45334CC}" presName="iconBgRect" presStyleLbl="bgShp" presStyleIdx="1" presStyleCnt="5"/>
      <dgm:spPr/>
    </dgm:pt>
    <dgm:pt modelId="{1E30DF7F-DA06-4E70-A6EA-6CA89220B71E}" type="pres">
      <dgm:prSet presAssocID="{4B46799B-6DDB-46D2-BA07-D95AC45334CC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ecurity Camera"/>
        </a:ext>
      </dgm:extLst>
    </dgm:pt>
    <dgm:pt modelId="{6B999D2C-3A66-4806-9882-649BAF017955}" type="pres">
      <dgm:prSet presAssocID="{4B46799B-6DDB-46D2-BA07-D95AC45334CC}" presName="spaceRect" presStyleCnt="0"/>
      <dgm:spPr/>
    </dgm:pt>
    <dgm:pt modelId="{41FFEC95-5020-45C6-950D-D0A88D9AAA1C}" type="pres">
      <dgm:prSet presAssocID="{4B46799B-6DDB-46D2-BA07-D95AC45334CC}" presName="textRect" presStyleLbl="revTx" presStyleIdx="1" presStyleCnt="5">
        <dgm:presLayoutVars>
          <dgm:chMax val="1"/>
          <dgm:chPref val="1"/>
        </dgm:presLayoutVars>
      </dgm:prSet>
      <dgm:spPr/>
    </dgm:pt>
    <dgm:pt modelId="{6531CD1C-B1D2-4FBF-8A38-C3FFC80463D8}" type="pres">
      <dgm:prSet presAssocID="{29844751-AF40-42B2-87B9-E92DA1EC6B9C}" presName="sibTrans" presStyleLbl="sibTrans2D1" presStyleIdx="0" presStyleCnt="0"/>
      <dgm:spPr/>
    </dgm:pt>
    <dgm:pt modelId="{F7CD27E4-1C54-4B18-BCC4-1DA9925DE771}" type="pres">
      <dgm:prSet presAssocID="{88557AF3-3C13-441F-9A95-4D12A9587C4D}" presName="compNode" presStyleCnt="0"/>
      <dgm:spPr/>
    </dgm:pt>
    <dgm:pt modelId="{47B2BFA5-5623-4AD0-83CB-04427C6A9586}" type="pres">
      <dgm:prSet presAssocID="{88557AF3-3C13-441F-9A95-4D12A9587C4D}" presName="iconBgRect" presStyleLbl="bgShp" presStyleIdx="2" presStyleCnt="5"/>
      <dgm:spPr/>
    </dgm:pt>
    <dgm:pt modelId="{84CED422-0E1C-4BE1-9EDB-C4888390F82C}" type="pres">
      <dgm:prSet presAssocID="{88557AF3-3C13-441F-9A95-4D12A9587C4D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Network Diagram"/>
        </a:ext>
      </dgm:extLst>
    </dgm:pt>
    <dgm:pt modelId="{998AECE7-7F47-469C-8A6F-AFB09C8DE281}" type="pres">
      <dgm:prSet presAssocID="{88557AF3-3C13-441F-9A95-4D12A9587C4D}" presName="spaceRect" presStyleCnt="0"/>
      <dgm:spPr/>
    </dgm:pt>
    <dgm:pt modelId="{8721B471-98AC-4033-A173-CF5C1E7A99C4}" type="pres">
      <dgm:prSet presAssocID="{88557AF3-3C13-441F-9A95-4D12A9587C4D}" presName="textRect" presStyleLbl="revTx" presStyleIdx="2" presStyleCnt="5">
        <dgm:presLayoutVars>
          <dgm:chMax val="1"/>
          <dgm:chPref val="1"/>
        </dgm:presLayoutVars>
      </dgm:prSet>
      <dgm:spPr/>
    </dgm:pt>
    <dgm:pt modelId="{8E19D5DB-4F11-46AF-B983-AB82D12F4C35}" type="pres">
      <dgm:prSet presAssocID="{6374F869-B478-4567-A755-1759684DB767}" presName="sibTrans" presStyleLbl="sibTrans2D1" presStyleIdx="0" presStyleCnt="0"/>
      <dgm:spPr/>
    </dgm:pt>
    <dgm:pt modelId="{F72A6E90-EDC3-498D-9D93-B41F1F69D0F8}" type="pres">
      <dgm:prSet presAssocID="{9911CF65-2835-49FE-813C-5293F157A1B7}" presName="compNode" presStyleCnt="0"/>
      <dgm:spPr/>
    </dgm:pt>
    <dgm:pt modelId="{578ACA9A-32CB-42AE-BC7F-DD1881299C86}" type="pres">
      <dgm:prSet presAssocID="{9911CF65-2835-49FE-813C-5293F157A1B7}" presName="iconBgRect" presStyleLbl="bgShp" presStyleIdx="3" presStyleCnt="5"/>
      <dgm:spPr/>
    </dgm:pt>
    <dgm:pt modelId="{BABF19C6-C30A-41A8-BAC5-427D5409B98A}" type="pres">
      <dgm:prSet presAssocID="{9911CF65-2835-49FE-813C-5293F157A1B7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er Network"/>
        </a:ext>
      </dgm:extLst>
    </dgm:pt>
    <dgm:pt modelId="{3368D08B-3AA5-40F8-9D46-BE4FBA0A2E61}" type="pres">
      <dgm:prSet presAssocID="{9911CF65-2835-49FE-813C-5293F157A1B7}" presName="spaceRect" presStyleCnt="0"/>
      <dgm:spPr/>
    </dgm:pt>
    <dgm:pt modelId="{25B5398D-8636-4428-9A4C-A018BD9C521A}" type="pres">
      <dgm:prSet presAssocID="{9911CF65-2835-49FE-813C-5293F157A1B7}" presName="textRect" presStyleLbl="revTx" presStyleIdx="3" presStyleCnt="5">
        <dgm:presLayoutVars>
          <dgm:chMax val="1"/>
          <dgm:chPref val="1"/>
        </dgm:presLayoutVars>
      </dgm:prSet>
      <dgm:spPr/>
    </dgm:pt>
    <dgm:pt modelId="{0E882F35-107D-4578-915D-6A17518D48E6}" type="pres">
      <dgm:prSet presAssocID="{57030E7E-839F-4483-A93E-3DC7C48CDE8C}" presName="sibTrans" presStyleLbl="sibTrans2D1" presStyleIdx="0" presStyleCnt="0"/>
      <dgm:spPr/>
    </dgm:pt>
    <dgm:pt modelId="{5A6ABAFA-5E81-445D-877C-69E1A9B6A202}" type="pres">
      <dgm:prSet presAssocID="{D62DF6E8-D254-4E34-B504-3A8B83ABE9DE}" presName="compNode" presStyleCnt="0"/>
      <dgm:spPr/>
    </dgm:pt>
    <dgm:pt modelId="{1E75FEE1-018C-4899-836D-846EBD91E6AA}" type="pres">
      <dgm:prSet presAssocID="{D62DF6E8-D254-4E34-B504-3A8B83ABE9DE}" presName="iconBgRect" presStyleLbl="bgShp" presStyleIdx="4" presStyleCnt="5"/>
      <dgm:spPr/>
    </dgm:pt>
    <dgm:pt modelId="{6749001A-69BB-4A06-85FC-1C1F494CB811}" type="pres">
      <dgm:prSet presAssocID="{D62DF6E8-D254-4E34-B504-3A8B83ABE9DE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avel"/>
        </a:ext>
      </dgm:extLst>
    </dgm:pt>
    <dgm:pt modelId="{DBA36EAF-8B08-4AD4-AACF-53CA0D3F2C5B}" type="pres">
      <dgm:prSet presAssocID="{D62DF6E8-D254-4E34-B504-3A8B83ABE9DE}" presName="spaceRect" presStyleCnt="0"/>
      <dgm:spPr/>
    </dgm:pt>
    <dgm:pt modelId="{A3B92183-0770-4209-A200-2E636ABE4EAE}" type="pres">
      <dgm:prSet presAssocID="{D62DF6E8-D254-4E34-B504-3A8B83ABE9DE}" presName="textRect" presStyleLbl="revTx" presStyleIdx="4" presStyleCnt="5">
        <dgm:presLayoutVars>
          <dgm:chMax val="1"/>
          <dgm:chPref val="1"/>
        </dgm:presLayoutVars>
      </dgm:prSet>
      <dgm:spPr/>
    </dgm:pt>
  </dgm:ptLst>
  <dgm:cxnLst>
    <dgm:cxn modelId="{A1E30306-F5BE-4595-83FD-8A4E14526428}" type="presOf" srcId="{6374F869-B478-4567-A755-1759684DB767}" destId="{8E19D5DB-4F11-46AF-B983-AB82D12F4C35}" srcOrd="0" destOrd="0" presId="urn:microsoft.com/office/officeart/2018/2/layout/IconCircleList"/>
    <dgm:cxn modelId="{1D95A03A-16F1-445F-8107-669417D48BD0}" srcId="{9748B0D7-8168-418B-BE44-1E609A16CDB9}" destId="{4B46799B-6DDB-46D2-BA07-D95AC45334CC}" srcOrd="1" destOrd="0" parTransId="{CE426695-702B-45B0-8D15-3981E093C6D5}" sibTransId="{29844751-AF40-42B2-87B9-E92DA1EC6B9C}"/>
    <dgm:cxn modelId="{FD7D8263-A829-496D-8D0E-342955F7A604}" srcId="{9748B0D7-8168-418B-BE44-1E609A16CDB9}" destId="{88557AF3-3C13-441F-9A95-4D12A9587C4D}" srcOrd="2" destOrd="0" parTransId="{7EB08B94-87C0-40AB-AD4E-2A2E5F75D66D}" sibTransId="{6374F869-B478-4567-A755-1759684DB767}"/>
    <dgm:cxn modelId="{B106FA6E-3620-4620-8EBC-C28DFDB7FFB7}" type="presOf" srcId="{57030E7E-839F-4483-A93E-3DC7C48CDE8C}" destId="{0E882F35-107D-4578-915D-6A17518D48E6}" srcOrd="0" destOrd="0" presId="urn:microsoft.com/office/officeart/2018/2/layout/IconCircleList"/>
    <dgm:cxn modelId="{2DDD117D-88BA-4E5F-B624-08CABB468C19}" type="presOf" srcId="{29844751-AF40-42B2-87B9-E92DA1EC6B9C}" destId="{6531CD1C-B1D2-4FBF-8A38-C3FFC80463D8}" srcOrd="0" destOrd="0" presId="urn:microsoft.com/office/officeart/2018/2/layout/IconCircleList"/>
    <dgm:cxn modelId="{B74FAF7D-5902-44B6-B683-C71A5191C0AA}" type="presOf" srcId="{D62DF6E8-D254-4E34-B504-3A8B83ABE9DE}" destId="{A3B92183-0770-4209-A200-2E636ABE4EAE}" srcOrd="0" destOrd="0" presId="urn:microsoft.com/office/officeart/2018/2/layout/IconCircleList"/>
    <dgm:cxn modelId="{68240A86-FFC5-4FB5-9899-AB7C69854A5D}" srcId="{9748B0D7-8168-418B-BE44-1E609A16CDB9}" destId="{9911CF65-2835-49FE-813C-5293F157A1B7}" srcOrd="3" destOrd="0" parTransId="{9570AC1E-5F13-494C-810A-6A4B10DEA8FA}" sibTransId="{57030E7E-839F-4483-A93E-3DC7C48CDE8C}"/>
    <dgm:cxn modelId="{C79F41A3-C023-4773-8144-93C1349405C3}" type="presOf" srcId="{88557AF3-3C13-441F-9A95-4D12A9587C4D}" destId="{8721B471-98AC-4033-A173-CF5C1E7A99C4}" srcOrd="0" destOrd="0" presId="urn:microsoft.com/office/officeart/2018/2/layout/IconCircleList"/>
    <dgm:cxn modelId="{3210B1D1-D488-4AC0-8201-A7BB086F1540}" srcId="{9748B0D7-8168-418B-BE44-1E609A16CDB9}" destId="{655E71B6-006C-4801-87FD-288A4691843D}" srcOrd="0" destOrd="0" parTransId="{19A3B45D-7817-4495-9806-33203A192521}" sibTransId="{BA116310-4DB1-4A6A-96D7-2050109381DB}"/>
    <dgm:cxn modelId="{1F323DD6-17C8-4862-8ADB-D3F24FC0E036}" srcId="{9748B0D7-8168-418B-BE44-1E609A16CDB9}" destId="{D62DF6E8-D254-4E34-B504-3A8B83ABE9DE}" srcOrd="4" destOrd="0" parTransId="{F49FBE3C-AE1B-4996-94D4-A13C162FCF99}" sibTransId="{288114CA-7C37-4BD5-AADD-A96887906379}"/>
    <dgm:cxn modelId="{AE7456E4-546C-41B4-A6A3-A021D09380AA}" type="presOf" srcId="{655E71B6-006C-4801-87FD-288A4691843D}" destId="{BF9A619F-CCE6-49D2-82F7-4B7C55757F15}" srcOrd="0" destOrd="0" presId="urn:microsoft.com/office/officeart/2018/2/layout/IconCircleList"/>
    <dgm:cxn modelId="{AE236FE7-320A-47B6-A72E-C5095644C937}" type="presOf" srcId="{9911CF65-2835-49FE-813C-5293F157A1B7}" destId="{25B5398D-8636-4428-9A4C-A018BD9C521A}" srcOrd="0" destOrd="0" presId="urn:microsoft.com/office/officeart/2018/2/layout/IconCircleList"/>
    <dgm:cxn modelId="{C9E8D0EA-8666-43AE-8025-392D5CF765A8}" type="presOf" srcId="{BA116310-4DB1-4A6A-96D7-2050109381DB}" destId="{F25635F5-FC33-471A-A3B8-8DFE4F21611F}" srcOrd="0" destOrd="0" presId="urn:microsoft.com/office/officeart/2018/2/layout/IconCircleList"/>
    <dgm:cxn modelId="{43722CEB-F0EF-4EC7-9ACC-4606AF1D0C72}" type="presOf" srcId="{4B46799B-6DDB-46D2-BA07-D95AC45334CC}" destId="{41FFEC95-5020-45C6-950D-D0A88D9AAA1C}" srcOrd="0" destOrd="0" presId="urn:microsoft.com/office/officeart/2018/2/layout/IconCircleList"/>
    <dgm:cxn modelId="{D25505F5-0967-4C77-A416-F5AD6448F064}" type="presOf" srcId="{9748B0D7-8168-418B-BE44-1E609A16CDB9}" destId="{E0BE6FD2-AA57-4881-9207-23BF08CA5A66}" srcOrd="0" destOrd="0" presId="urn:microsoft.com/office/officeart/2018/2/layout/IconCircleList"/>
    <dgm:cxn modelId="{AB1C2602-B6F0-4AA1-89E6-BC8ABEAC89AD}" type="presParOf" srcId="{E0BE6FD2-AA57-4881-9207-23BF08CA5A66}" destId="{1A232DEB-9AAD-4ECE-BB7D-85E4EB286673}" srcOrd="0" destOrd="0" presId="urn:microsoft.com/office/officeart/2018/2/layout/IconCircleList"/>
    <dgm:cxn modelId="{BDF4F06E-2E05-4A67-952D-C6446ED1F3AE}" type="presParOf" srcId="{1A232DEB-9AAD-4ECE-BB7D-85E4EB286673}" destId="{C84EF63B-2873-4BC1-82A8-2E839CA153FC}" srcOrd="0" destOrd="0" presId="urn:microsoft.com/office/officeart/2018/2/layout/IconCircleList"/>
    <dgm:cxn modelId="{F485AE70-4B0D-4B93-8389-787BBE0F6EF7}" type="presParOf" srcId="{C84EF63B-2873-4BC1-82A8-2E839CA153FC}" destId="{F8B57738-7615-4F40-9A14-FB11554FE8B3}" srcOrd="0" destOrd="0" presId="urn:microsoft.com/office/officeart/2018/2/layout/IconCircleList"/>
    <dgm:cxn modelId="{35F8647E-C3AB-44FB-A34E-2EE48EBF974A}" type="presParOf" srcId="{C84EF63B-2873-4BC1-82A8-2E839CA153FC}" destId="{7849051C-9132-45D9-AEBE-23F872D3323C}" srcOrd="1" destOrd="0" presId="urn:microsoft.com/office/officeart/2018/2/layout/IconCircleList"/>
    <dgm:cxn modelId="{E166F497-010F-4E08-B527-D841699C0AA1}" type="presParOf" srcId="{C84EF63B-2873-4BC1-82A8-2E839CA153FC}" destId="{6D74DE4A-F2B4-47A7-998B-918E1CB44170}" srcOrd="2" destOrd="0" presId="urn:microsoft.com/office/officeart/2018/2/layout/IconCircleList"/>
    <dgm:cxn modelId="{8A6913E6-BCFC-4BB1-A2CF-D79F696DF7BB}" type="presParOf" srcId="{C84EF63B-2873-4BC1-82A8-2E839CA153FC}" destId="{BF9A619F-CCE6-49D2-82F7-4B7C55757F15}" srcOrd="3" destOrd="0" presId="urn:microsoft.com/office/officeart/2018/2/layout/IconCircleList"/>
    <dgm:cxn modelId="{4C5042B3-A1D7-4E45-BB2D-36E1A7274B56}" type="presParOf" srcId="{1A232DEB-9AAD-4ECE-BB7D-85E4EB286673}" destId="{F25635F5-FC33-471A-A3B8-8DFE4F21611F}" srcOrd="1" destOrd="0" presId="urn:microsoft.com/office/officeart/2018/2/layout/IconCircleList"/>
    <dgm:cxn modelId="{A2AEF93B-9384-4207-B72C-7030F721D546}" type="presParOf" srcId="{1A232DEB-9AAD-4ECE-BB7D-85E4EB286673}" destId="{69AB3805-3F36-470A-9662-E04291ADFD70}" srcOrd="2" destOrd="0" presId="urn:microsoft.com/office/officeart/2018/2/layout/IconCircleList"/>
    <dgm:cxn modelId="{0FB553C3-7F8A-4580-B318-33753756FF71}" type="presParOf" srcId="{69AB3805-3F36-470A-9662-E04291ADFD70}" destId="{9B58FA5C-5BF4-4F1D-9326-2BFAC1FA33B9}" srcOrd="0" destOrd="0" presId="urn:microsoft.com/office/officeart/2018/2/layout/IconCircleList"/>
    <dgm:cxn modelId="{0A5CA47A-839B-47E4-9903-4C7E72B5A354}" type="presParOf" srcId="{69AB3805-3F36-470A-9662-E04291ADFD70}" destId="{1E30DF7F-DA06-4E70-A6EA-6CA89220B71E}" srcOrd="1" destOrd="0" presId="urn:microsoft.com/office/officeart/2018/2/layout/IconCircleList"/>
    <dgm:cxn modelId="{5EAA23F1-E2C0-45F2-B0BB-28282C147B6D}" type="presParOf" srcId="{69AB3805-3F36-470A-9662-E04291ADFD70}" destId="{6B999D2C-3A66-4806-9882-649BAF017955}" srcOrd="2" destOrd="0" presId="urn:microsoft.com/office/officeart/2018/2/layout/IconCircleList"/>
    <dgm:cxn modelId="{DC86E637-BD4B-4C1A-A91B-7C1138550BD0}" type="presParOf" srcId="{69AB3805-3F36-470A-9662-E04291ADFD70}" destId="{41FFEC95-5020-45C6-950D-D0A88D9AAA1C}" srcOrd="3" destOrd="0" presId="urn:microsoft.com/office/officeart/2018/2/layout/IconCircleList"/>
    <dgm:cxn modelId="{832EFFBA-0058-474D-AEBE-0FADF1A444E6}" type="presParOf" srcId="{1A232DEB-9AAD-4ECE-BB7D-85E4EB286673}" destId="{6531CD1C-B1D2-4FBF-8A38-C3FFC80463D8}" srcOrd="3" destOrd="0" presId="urn:microsoft.com/office/officeart/2018/2/layout/IconCircleList"/>
    <dgm:cxn modelId="{A13CE83D-88EA-4195-AF89-74E9FB6193A7}" type="presParOf" srcId="{1A232DEB-9AAD-4ECE-BB7D-85E4EB286673}" destId="{F7CD27E4-1C54-4B18-BCC4-1DA9925DE771}" srcOrd="4" destOrd="0" presId="urn:microsoft.com/office/officeart/2018/2/layout/IconCircleList"/>
    <dgm:cxn modelId="{8BFDD7A8-FED7-441A-BE0D-23ECAB978D92}" type="presParOf" srcId="{F7CD27E4-1C54-4B18-BCC4-1DA9925DE771}" destId="{47B2BFA5-5623-4AD0-83CB-04427C6A9586}" srcOrd="0" destOrd="0" presId="urn:microsoft.com/office/officeart/2018/2/layout/IconCircleList"/>
    <dgm:cxn modelId="{918B14BD-DD63-425A-B8B8-5C75B719087C}" type="presParOf" srcId="{F7CD27E4-1C54-4B18-BCC4-1DA9925DE771}" destId="{84CED422-0E1C-4BE1-9EDB-C4888390F82C}" srcOrd="1" destOrd="0" presId="urn:microsoft.com/office/officeart/2018/2/layout/IconCircleList"/>
    <dgm:cxn modelId="{47B66E15-86DB-4086-A76E-F3F95523C673}" type="presParOf" srcId="{F7CD27E4-1C54-4B18-BCC4-1DA9925DE771}" destId="{998AECE7-7F47-469C-8A6F-AFB09C8DE281}" srcOrd="2" destOrd="0" presId="urn:microsoft.com/office/officeart/2018/2/layout/IconCircleList"/>
    <dgm:cxn modelId="{B3B52560-CB49-4D6F-92DE-05A12CE2C739}" type="presParOf" srcId="{F7CD27E4-1C54-4B18-BCC4-1DA9925DE771}" destId="{8721B471-98AC-4033-A173-CF5C1E7A99C4}" srcOrd="3" destOrd="0" presId="urn:microsoft.com/office/officeart/2018/2/layout/IconCircleList"/>
    <dgm:cxn modelId="{2A549F89-173B-4238-B3D1-042E3EF49779}" type="presParOf" srcId="{1A232DEB-9AAD-4ECE-BB7D-85E4EB286673}" destId="{8E19D5DB-4F11-46AF-B983-AB82D12F4C35}" srcOrd="5" destOrd="0" presId="urn:microsoft.com/office/officeart/2018/2/layout/IconCircleList"/>
    <dgm:cxn modelId="{696C9720-A8CF-446B-B19D-01D7E8B38DAF}" type="presParOf" srcId="{1A232DEB-9AAD-4ECE-BB7D-85E4EB286673}" destId="{F72A6E90-EDC3-498D-9D93-B41F1F69D0F8}" srcOrd="6" destOrd="0" presId="urn:microsoft.com/office/officeart/2018/2/layout/IconCircleList"/>
    <dgm:cxn modelId="{ACD48E85-432E-4171-BC2C-067A688D9997}" type="presParOf" srcId="{F72A6E90-EDC3-498D-9D93-B41F1F69D0F8}" destId="{578ACA9A-32CB-42AE-BC7F-DD1881299C86}" srcOrd="0" destOrd="0" presId="urn:microsoft.com/office/officeart/2018/2/layout/IconCircleList"/>
    <dgm:cxn modelId="{9AE74445-E716-458C-A586-B2C98CE484EB}" type="presParOf" srcId="{F72A6E90-EDC3-498D-9D93-B41F1F69D0F8}" destId="{BABF19C6-C30A-41A8-BAC5-427D5409B98A}" srcOrd="1" destOrd="0" presId="urn:microsoft.com/office/officeart/2018/2/layout/IconCircleList"/>
    <dgm:cxn modelId="{7A02A1FC-899D-4677-91BB-E1BC946EA84C}" type="presParOf" srcId="{F72A6E90-EDC3-498D-9D93-B41F1F69D0F8}" destId="{3368D08B-3AA5-40F8-9D46-BE4FBA0A2E61}" srcOrd="2" destOrd="0" presId="urn:microsoft.com/office/officeart/2018/2/layout/IconCircleList"/>
    <dgm:cxn modelId="{4AC2255C-8B0A-47BC-9DAA-93CE21781C66}" type="presParOf" srcId="{F72A6E90-EDC3-498D-9D93-B41F1F69D0F8}" destId="{25B5398D-8636-4428-9A4C-A018BD9C521A}" srcOrd="3" destOrd="0" presId="urn:microsoft.com/office/officeart/2018/2/layout/IconCircleList"/>
    <dgm:cxn modelId="{8742F436-39C6-4580-A77F-5607427E15EA}" type="presParOf" srcId="{1A232DEB-9AAD-4ECE-BB7D-85E4EB286673}" destId="{0E882F35-107D-4578-915D-6A17518D48E6}" srcOrd="7" destOrd="0" presId="urn:microsoft.com/office/officeart/2018/2/layout/IconCircleList"/>
    <dgm:cxn modelId="{07311C43-4554-4A7B-8435-9C1C3DE6AC37}" type="presParOf" srcId="{1A232DEB-9AAD-4ECE-BB7D-85E4EB286673}" destId="{5A6ABAFA-5E81-445D-877C-69E1A9B6A202}" srcOrd="8" destOrd="0" presId="urn:microsoft.com/office/officeart/2018/2/layout/IconCircleList"/>
    <dgm:cxn modelId="{E3CA567A-B635-4857-8DC3-C478A9EAEAA9}" type="presParOf" srcId="{5A6ABAFA-5E81-445D-877C-69E1A9B6A202}" destId="{1E75FEE1-018C-4899-836D-846EBD91E6AA}" srcOrd="0" destOrd="0" presId="urn:microsoft.com/office/officeart/2018/2/layout/IconCircleList"/>
    <dgm:cxn modelId="{7B8639CF-A8CA-47F9-9B23-63D6042DFE10}" type="presParOf" srcId="{5A6ABAFA-5E81-445D-877C-69E1A9B6A202}" destId="{6749001A-69BB-4A06-85FC-1C1F494CB811}" srcOrd="1" destOrd="0" presId="urn:microsoft.com/office/officeart/2018/2/layout/IconCircleList"/>
    <dgm:cxn modelId="{DF3F2625-BD25-4461-AF2B-D6F614B2399F}" type="presParOf" srcId="{5A6ABAFA-5E81-445D-877C-69E1A9B6A202}" destId="{DBA36EAF-8B08-4AD4-AACF-53CA0D3F2C5B}" srcOrd="2" destOrd="0" presId="urn:microsoft.com/office/officeart/2018/2/layout/IconCircleList"/>
    <dgm:cxn modelId="{8710AE0B-0D53-411C-862F-ACE38378F92E}" type="presParOf" srcId="{5A6ABAFA-5E81-445D-877C-69E1A9B6A202}" destId="{A3B92183-0770-4209-A200-2E636ABE4EAE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D7DA96A8-81B5-417C-AD56-6990C599027F}" type="doc">
      <dgm:prSet loTypeId="urn:microsoft.com/office/officeart/2005/8/layout/vProcess5" loCatId="process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51593C38-5ACC-4659-918A-DA0D6E6F2C0B}">
      <dgm:prSet/>
      <dgm:spPr/>
      <dgm:t>
        <a:bodyPr/>
        <a:lstStyle/>
        <a:p>
          <a:r>
            <a:rPr lang="en-US" dirty="0"/>
            <a:t>Expansion beyond private preview</a:t>
          </a:r>
        </a:p>
      </dgm:t>
    </dgm:pt>
    <dgm:pt modelId="{2D56A2A2-C968-44F9-97BA-433E158AF667}" type="parTrans" cxnId="{EE089B7C-A785-46D9-A9D5-6F444170FF1E}">
      <dgm:prSet/>
      <dgm:spPr/>
      <dgm:t>
        <a:bodyPr/>
        <a:lstStyle/>
        <a:p>
          <a:endParaRPr lang="en-US"/>
        </a:p>
      </dgm:t>
    </dgm:pt>
    <dgm:pt modelId="{4CC35CC6-170C-4026-8FDA-4E1A9CA0A60F}" type="sibTrans" cxnId="{EE089B7C-A785-46D9-A9D5-6F444170FF1E}">
      <dgm:prSet/>
      <dgm:spPr/>
      <dgm:t>
        <a:bodyPr/>
        <a:lstStyle/>
        <a:p>
          <a:endParaRPr lang="en-US"/>
        </a:p>
      </dgm:t>
    </dgm:pt>
    <dgm:pt modelId="{1C4FB23D-3E1D-4741-BF19-5D8032300880}">
      <dgm:prSet/>
      <dgm:spPr/>
      <dgm:t>
        <a:bodyPr/>
        <a:lstStyle/>
        <a:p>
          <a:r>
            <a:rPr lang="en-US" dirty="0"/>
            <a:t>New integrations with additional platforms</a:t>
          </a:r>
        </a:p>
      </dgm:t>
    </dgm:pt>
    <dgm:pt modelId="{2B1961B3-39D1-4274-9686-0C8B28670F03}" type="parTrans" cxnId="{007F8F89-D2CD-4FA1-B17E-309AF7CC8A49}">
      <dgm:prSet/>
      <dgm:spPr/>
      <dgm:t>
        <a:bodyPr/>
        <a:lstStyle/>
        <a:p>
          <a:endParaRPr lang="en-US"/>
        </a:p>
      </dgm:t>
    </dgm:pt>
    <dgm:pt modelId="{871836C4-5F39-4FC4-B681-841387D5A882}" type="sibTrans" cxnId="{007F8F89-D2CD-4FA1-B17E-309AF7CC8A49}">
      <dgm:prSet/>
      <dgm:spPr/>
      <dgm:t>
        <a:bodyPr/>
        <a:lstStyle/>
        <a:p>
          <a:endParaRPr lang="en-US"/>
        </a:p>
      </dgm:t>
    </dgm:pt>
    <dgm:pt modelId="{A47ECA9D-3F82-4808-ABF6-7DC4D79DB5E2}">
      <dgm:prSet/>
      <dgm:spPr/>
      <dgm:t>
        <a:bodyPr/>
        <a:lstStyle/>
        <a:p>
          <a:r>
            <a:rPr lang="en-US" dirty="0"/>
            <a:t>More LLM models and enhanced explainability</a:t>
          </a:r>
        </a:p>
      </dgm:t>
    </dgm:pt>
    <dgm:pt modelId="{C23DC124-71C4-4D82-8E9D-B469B0327F8D}" type="parTrans" cxnId="{CAB13BCB-086A-4EA9-8BBF-0315DAE802D0}">
      <dgm:prSet/>
      <dgm:spPr/>
      <dgm:t>
        <a:bodyPr/>
        <a:lstStyle/>
        <a:p>
          <a:endParaRPr lang="en-US"/>
        </a:p>
      </dgm:t>
    </dgm:pt>
    <dgm:pt modelId="{34338B50-2A91-44E8-A4AE-E734C408D469}" type="sibTrans" cxnId="{CAB13BCB-086A-4EA9-8BBF-0315DAE802D0}">
      <dgm:prSet/>
      <dgm:spPr/>
      <dgm:t>
        <a:bodyPr/>
        <a:lstStyle/>
        <a:p>
          <a:endParaRPr lang="en-US"/>
        </a:p>
      </dgm:t>
    </dgm:pt>
    <dgm:pt modelId="{0DB27434-58FC-4C33-B662-1D29C35EE01E}">
      <dgm:prSet/>
      <dgm:spPr/>
      <dgm:t>
        <a:bodyPr/>
        <a:lstStyle/>
        <a:p>
          <a:r>
            <a:rPr lang="en-US" dirty="0"/>
            <a:t>Stronger observability and governance</a:t>
          </a:r>
        </a:p>
      </dgm:t>
    </dgm:pt>
    <dgm:pt modelId="{C1FCE8BE-3F9D-42FE-BFD1-8D3A85EC152D}" type="parTrans" cxnId="{AF158D3A-0BC8-460B-974E-C94F3AB657BF}">
      <dgm:prSet/>
      <dgm:spPr/>
      <dgm:t>
        <a:bodyPr/>
        <a:lstStyle/>
        <a:p>
          <a:endParaRPr lang="en-US"/>
        </a:p>
      </dgm:t>
    </dgm:pt>
    <dgm:pt modelId="{DC90F8FF-D70D-4AA9-A94E-3BE14B87FF64}" type="sibTrans" cxnId="{AF158D3A-0BC8-460B-974E-C94F3AB657BF}">
      <dgm:prSet/>
      <dgm:spPr/>
      <dgm:t>
        <a:bodyPr/>
        <a:lstStyle/>
        <a:p>
          <a:endParaRPr lang="en-US"/>
        </a:p>
      </dgm:t>
    </dgm:pt>
    <dgm:pt modelId="{B677482F-800A-461C-B5E5-D3CB636A0D1A}">
      <dgm:prSet/>
      <dgm:spPr/>
      <dgm:t>
        <a:bodyPr/>
        <a:lstStyle/>
        <a:p>
          <a:r>
            <a:rPr lang="en-US" dirty="0"/>
            <a:t>Closer integration with </a:t>
          </a:r>
          <a:r>
            <a:rPr lang="en-US" dirty="0" err="1"/>
            <a:t>watsonx</a:t>
          </a:r>
          <a:r>
            <a:rPr lang="en-US" dirty="0"/>
            <a:t> Orchestrate and </a:t>
          </a:r>
          <a:r>
            <a:rPr lang="en-US" dirty="0" err="1"/>
            <a:t>AgentOps</a:t>
          </a:r>
          <a:endParaRPr lang="en-US" dirty="0"/>
        </a:p>
      </dgm:t>
    </dgm:pt>
    <dgm:pt modelId="{51352B79-0965-4993-81B2-C906FF1C807D}" type="sibTrans" cxnId="{1CC34D73-1721-47F1-9418-76266AC90513}">
      <dgm:prSet/>
      <dgm:spPr/>
      <dgm:t>
        <a:bodyPr/>
        <a:lstStyle/>
        <a:p>
          <a:endParaRPr lang="en-US"/>
        </a:p>
      </dgm:t>
    </dgm:pt>
    <dgm:pt modelId="{7536B0BA-8875-47DA-82DB-E5E678E02DE3}" type="parTrans" cxnId="{1CC34D73-1721-47F1-9418-76266AC90513}">
      <dgm:prSet/>
      <dgm:spPr/>
      <dgm:t>
        <a:bodyPr/>
        <a:lstStyle/>
        <a:p>
          <a:endParaRPr lang="en-US"/>
        </a:p>
      </dgm:t>
    </dgm:pt>
    <dgm:pt modelId="{FDC10235-809B-4E8A-95A5-E955B0F0ACDD}" type="pres">
      <dgm:prSet presAssocID="{D7DA96A8-81B5-417C-AD56-6990C599027F}" presName="outerComposite" presStyleCnt="0">
        <dgm:presLayoutVars>
          <dgm:chMax val="5"/>
          <dgm:dir/>
          <dgm:resizeHandles val="exact"/>
        </dgm:presLayoutVars>
      </dgm:prSet>
      <dgm:spPr/>
    </dgm:pt>
    <dgm:pt modelId="{A27EC33F-0694-475C-AB77-DD8165B14EFC}" type="pres">
      <dgm:prSet presAssocID="{D7DA96A8-81B5-417C-AD56-6990C599027F}" presName="dummyMaxCanvas" presStyleCnt="0">
        <dgm:presLayoutVars/>
      </dgm:prSet>
      <dgm:spPr/>
    </dgm:pt>
    <dgm:pt modelId="{18698E54-9917-4F6D-B9BE-ECD85587B775}" type="pres">
      <dgm:prSet presAssocID="{D7DA96A8-81B5-417C-AD56-6990C599027F}" presName="FiveNodes_1" presStyleLbl="node1" presStyleIdx="0" presStyleCnt="5">
        <dgm:presLayoutVars>
          <dgm:bulletEnabled val="1"/>
        </dgm:presLayoutVars>
      </dgm:prSet>
      <dgm:spPr/>
    </dgm:pt>
    <dgm:pt modelId="{113A8DE1-1160-4060-871F-82C9A9D0510B}" type="pres">
      <dgm:prSet presAssocID="{D7DA96A8-81B5-417C-AD56-6990C599027F}" presName="FiveNodes_2" presStyleLbl="node1" presStyleIdx="1" presStyleCnt="5">
        <dgm:presLayoutVars>
          <dgm:bulletEnabled val="1"/>
        </dgm:presLayoutVars>
      </dgm:prSet>
      <dgm:spPr/>
    </dgm:pt>
    <dgm:pt modelId="{C3346829-A67B-4F2A-AE29-2DB896AB8F12}" type="pres">
      <dgm:prSet presAssocID="{D7DA96A8-81B5-417C-AD56-6990C599027F}" presName="FiveNodes_3" presStyleLbl="node1" presStyleIdx="2" presStyleCnt="5">
        <dgm:presLayoutVars>
          <dgm:bulletEnabled val="1"/>
        </dgm:presLayoutVars>
      </dgm:prSet>
      <dgm:spPr/>
    </dgm:pt>
    <dgm:pt modelId="{E5E114CF-4679-476A-89F9-B4E0190A0BF1}" type="pres">
      <dgm:prSet presAssocID="{D7DA96A8-81B5-417C-AD56-6990C599027F}" presName="FiveNodes_4" presStyleLbl="node1" presStyleIdx="3" presStyleCnt="5">
        <dgm:presLayoutVars>
          <dgm:bulletEnabled val="1"/>
        </dgm:presLayoutVars>
      </dgm:prSet>
      <dgm:spPr/>
    </dgm:pt>
    <dgm:pt modelId="{DB56AD12-E22F-479A-81CA-463F59E77477}" type="pres">
      <dgm:prSet presAssocID="{D7DA96A8-81B5-417C-AD56-6990C599027F}" presName="FiveNodes_5" presStyleLbl="node1" presStyleIdx="4" presStyleCnt="5">
        <dgm:presLayoutVars>
          <dgm:bulletEnabled val="1"/>
        </dgm:presLayoutVars>
      </dgm:prSet>
      <dgm:spPr/>
    </dgm:pt>
    <dgm:pt modelId="{D7EE66A7-0AB5-411B-BA7A-4CCC97058691}" type="pres">
      <dgm:prSet presAssocID="{D7DA96A8-81B5-417C-AD56-6990C599027F}" presName="FiveConn_1-2" presStyleLbl="fgAccFollowNode1" presStyleIdx="0" presStyleCnt="4">
        <dgm:presLayoutVars>
          <dgm:bulletEnabled val="1"/>
        </dgm:presLayoutVars>
      </dgm:prSet>
      <dgm:spPr/>
    </dgm:pt>
    <dgm:pt modelId="{FE42EA00-6B3E-4859-81AA-6DBC9E61CC71}" type="pres">
      <dgm:prSet presAssocID="{D7DA96A8-81B5-417C-AD56-6990C599027F}" presName="FiveConn_2-3" presStyleLbl="fgAccFollowNode1" presStyleIdx="1" presStyleCnt="4">
        <dgm:presLayoutVars>
          <dgm:bulletEnabled val="1"/>
        </dgm:presLayoutVars>
      </dgm:prSet>
      <dgm:spPr/>
    </dgm:pt>
    <dgm:pt modelId="{7DF52870-5E23-4B98-8EE2-C0A911AEED71}" type="pres">
      <dgm:prSet presAssocID="{D7DA96A8-81B5-417C-AD56-6990C599027F}" presName="FiveConn_3-4" presStyleLbl="fgAccFollowNode1" presStyleIdx="2" presStyleCnt="4">
        <dgm:presLayoutVars>
          <dgm:bulletEnabled val="1"/>
        </dgm:presLayoutVars>
      </dgm:prSet>
      <dgm:spPr/>
    </dgm:pt>
    <dgm:pt modelId="{D06C36F3-217C-4D92-8C29-EC27940D2E9E}" type="pres">
      <dgm:prSet presAssocID="{D7DA96A8-81B5-417C-AD56-6990C599027F}" presName="FiveConn_4-5" presStyleLbl="fgAccFollowNode1" presStyleIdx="3" presStyleCnt="4">
        <dgm:presLayoutVars>
          <dgm:bulletEnabled val="1"/>
        </dgm:presLayoutVars>
      </dgm:prSet>
      <dgm:spPr/>
    </dgm:pt>
    <dgm:pt modelId="{A7D16143-DBE9-4E9A-BE4E-16C397749201}" type="pres">
      <dgm:prSet presAssocID="{D7DA96A8-81B5-417C-AD56-6990C599027F}" presName="FiveNodes_1_text" presStyleLbl="node1" presStyleIdx="4" presStyleCnt="5">
        <dgm:presLayoutVars>
          <dgm:bulletEnabled val="1"/>
        </dgm:presLayoutVars>
      </dgm:prSet>
      <dgm:spPr/>
    </dgm:pt>
    <dgm:pt modelId="{E0DA101A-8DE7-40E2-A868-26176510D054}" type="pres">
      <dgm:prSet presAssocID="{D7DA96A8-81B5-417C-AD56-6990C599027F}" presName="FiveNodes_2_text" presStyleLbl="node1" presStyleIdx="4" presStyleCnt="5">
        <dgm:presLayoutVars>
          <dgm:bulletEnabled val="1"/>
        </dgm:presLayoutVars>
      </dgm:prSet>
      <dgm:spPr/>
    </dgm:pt>
    <dgm:pt modelId="{9DF0F3BC-8C2C-4994-9D2D-1B81A9AF5122}" type="pres">
      <dgm:prSet presAssocID="{D7DA96A8-81B5-417C-AD56-6990C599027F}" presName="FiveNodes_3_text" presStyleLbl="node1" presStyleIdx="4" presStyleCnt="5">
        <dgm:presLayoutVars>
          <dgm:bulletEnabled val="1"/>
        </dgm:presLayoutVars>
      </dgm:prSet>
      <dgm:spPr/>
    </dgm:pt>
    <dgm:pt modelId="{AF84E681-8E0B-4765-9382-DF90C4E1C0C8}" type="pres">
      <dgm:prSet presAssocID="{D7DA96A8-81B5-417C-AD56-6990C599027F}" presName="FiveNodes_4_text" presStyleLbl="node1" presStyleIdx="4" presStyleCnt="5">
        <dgm:presLayoutVars>
          <dgm:bulletEnabled val="1"/>
        </dgm:presLayoutVars>
      </dgm:prSet>
      <dgm:spPr/>
    </dgm:pt>
    <dgm:pt modelId="{42D999E6-017E-4DA5-A8EA-BB9BC1CC7FDD}" type="pres">
      <dgm:prSet presAssocID="{D7DA96A8-81B5-417C-AD56-6990C599027F}" presName="FiveNodes_5_text" presStyleLbl="node1" presStyleIdx="4" presStyleCnt="5">
        <dgm:presLayoutVars>
          <dgm:bulletEnabled val="1"/>
        </dgm:presLayoutVars>
      </dgm:prSet>
      <dgm:spPr/>
    </dgm:pt>
  </dgm:ptLst>
  <dgm:cxnLst>
    <dgm:cxn modelId="{BEE1070E-D30B-4223-BC21-C71B6AF4054C}" type="presOf" srcId="{B677482F-800A-461C-B5E5-D3CB636A0D1A}" destId="{42D999E6-017E-4DA5-A8EA-BB9BC1CC7FDD}" srcOrd="1" destOrd="0" presId="urn:microsoft.com/office/officeart/2005/8/layout/vProcess5"/>
    <dgm:cxn modelId="{23F29210-4AC7-48C9-AC34-1B653160B377}" type="presOf" srcId="{871836C4-5F39-4FC4-B681-841387D5A882}" destId="{FE42EA00-6B3E-4859-81AA-6DBC9E61CC71}" srcOrd="0" destOrd="0" presId="urn:microsoft.com/office/officeart/2005/8/layout/vProcess5"/>
    <dgm:cxn modelId="{ABC67E1A-2025-4AA9-9FE0-87E40619F684}" type="presOf" srcId="{0DB27434-58FC-4C33-B662-1D29C35EE01E}" destId="{AF84E681-8E0B-4765-9382-DF90C4E1C0C8}" srcOrd="1" destOrd="0" presId="urn:microsoft.com/office/officeart/2005/8/layout/vProcess5"/>
    <dgm:cxn modelId="{9B84722D-7C91-49D4-B803-7E3BA4132BFD}" type="presOf" srcId="{51593C38-5ACC-4659-918A-DA0D6E6F2C0B}" destId="{18698E54-9917-4F6D-B9BE-ECD85587B775}" srcOrd="0" destOrd="0" presId="urn:microsoft.com/office/officeart/2005/8/layout/vProcess5"/>
    <dgm:cxn modelId="{26D43E38-07AA-42AA-8414-E996F4203FFA}" type="presOf" srcId="{1C4FB23D-3E1D-4741-BF19-5D8032300880}" destId="{E0DA101A-8DE7-40E2-A868-26176510D054}" srcOrd="1" destOrd="0" presId="urn:microsoft.com/office/officeart/2005/8/layout/vProcess5"/>
    <dgm:cxn modelId="{AF158D3A-0BC8-460B-974E-C94F3AB657BF}" srcId="{D7DA96A8-81B5-417C-AD56-6990C599027F}" destId="{0DB27434-58FC-4C33-B662-1D29C35EE01E}" srcOrd="3" destOrd="0" parTransId="{C1FCE8BE-3F9D-42FE-BFD1-8D3A85EC152D}" sibTransId="{DC90F8FF-D70D-4AA9-A94E-3BE14B87FF64}"/>
    <dgm:cxn modelId="{A366FA5B-8E3C-4132-A602-39B8FF5CB836}" type="presOf" srcId="{0DB27434-58FC-4C33-B662-1D29C35EE01E}" destId="{E5E114CF-4679-476A-89F9-B4E0190A0BF1}" srcOrd="0" destOrd="0" presId="urn:microsoft.com/office/officeart/2005/8/layout/vProcess5"/>
    <dgm:cxn modelId="{55E9F469-E6F2-4796-97C3-986C0BD90546}" type="presOf" srcId="{A47ECA9D-3F82-4808-ABF6-7DC4D79DB5E2}" destId="{9DF0F3BC-8C2C-4994-9D2D-1B81A9AF5122}" srcOrd="1" destOrd="0" presId="urn:microsoft.com/office/officeart/2005/8/layout/vProcess5"/>
    <dgm:cxn modelId="{8F95406C-C5BF-4766-98B1-03C40FD35D29}" type="presOf" srcId="{1C4FB23D-3E1D-4741-BF19-5D8032300880}" destId="{113A8DE1-1160-4060-871F-82C9A9D0510B}" srcOrd="0" destOrd="0" presId="urn:microsoft.com/office/officeart/2005/8/layout/vProcess5"/>
    <dgm:cxn modelId="{1CC34D73-1721-47F1-9418-76266AC90513}" srcId="{D7DA96A8-81B5-417C-AD56-6990C599027F}" destId="{B677482F-800A-461C-B5E5-D3CB636A0D1A}" srcOrd="4" destOrd="0" parTransId="{7536B0BA-8875-47DA-82DB-E5E678E02DE3}" sibTransId="{51352B79-0965-4993-81B2-C906FF1C807D}"/>
    <dgm:cxn modelId="{FCE95254-B59F-46AB-B647-0FA9736D136C}" type="presOf" srcId="{B677482F-800A-461C-B5E5-D3CB636A0D1A}" destId="{DB56AD12-E22F-479A-81CA-463F59E77477}" srcOrd="0" destOrd="0" presId="urn:microsoft.com/office/officeart/2005/8/layout/vProcess5"/>
    <dgm:cxn modelId="{EE089B7C-A785-46D9-A9D5-6F444170FF1E}" srcId="{D7DA96A8-81B5-417C-AD56-6990C599027F}" destId="{51593C38-5ACC-4659-918A-DA0D6E6F2C0B}" srcOrd="0" destOrd="0" parTransId="{2D56A2A2-C968-44F9-97BA-433E158AF667}" sibTransId="{4CC35CC6-170C-4026-8FDA-4E1A9CA0A60F}"/>
    <dgm:cxn modelId="{E33D6C86-6800-47B5-9401-B97E461756A8}" type="presOf" srcId="{34338B50-2A91-44E8-A4AE-E734C408D469}" destId="{7DF52870-5E23-4B98-8EE2-C0A911AEED71}" srcOrd="0" destOrd="0" presId="urn:microsoft.com/office/officeart/2005/8/layout/vProcess5"/>
    <dgm:cxn modelId="{007F8F89-D2CD-4FA1-B17E-309AF7CC8A49}" srcId="{D7DA96A8-81B5-417C-AD56-6990C599027F}" destId="{1C4FB23D-3E1D-4741-BF19-5D8032300880}" srcOrd="1" destOrd="0" parTransId="{2B1961B3-39D1-4274-9686-0C8B28670F03}" sibTransId="{871836C4-5F39-4FC4-B681-841387D5A882}"/>
    <dgm:cxn modelId="{0BF8AD97-04DF-4478-8302-D4FFA0AA97DD}" type="presOf" srcId="{A47ECA9D-3F82-4808-ABF6-7DC4D79DB5E2}" destId="{C3346829-A67B-4F2A-AE29-2DB896AB8F12}" srcOrd="0" destOrd="0" presId="urn:microsoft.com/office/officeart/2005/8/layout/vProcess5"/>
    <dgm:cxn modelId="{9C855A9B-BD8B-4F73-9ABF-4E66066CF216}" type="presOf" srcId="{D7DA96A8-81B5-417C-AD56-6990C599027F}" destId="{FDC10235-809B-4E8A-95A5-E955B0F0ACDD}" srcOrd="0" destOrd="0" presId="urn:microsoft.com/office/officeart/2005/8/layout/vProcess5"/>
    <dgm:cxn modelId="{0A8409C7-9C65-41A7-BCE5-68E65957E370}" type="presOf" srcId="{51593C38-5ACC-4659-918A-DA0D6E6F2C0B}" destId="{A7D16143-DBE9-4E9A-BE4E-16C397749201}" srcOrd="1" destOrd="0" presId="urn:microsoft.com/office/officeart/2005/8/layout/vProcess5"/>
    <dgm:cxn modelId="{CAB13BCB-086A-4EA9-8BBF-0315DAE802D0}" srcId="{D7DA96A8-81B5-417C-AD56-6990C599027F}" destId="{A47ECA9D-3F82-4808-ABF6-7DC4D79DB5E2}" srcOrd="2" destOrd="0" parTransId="{C23DC124-71C4-4D82-8E9D-B469B0327F8D}" sibTransId="{34338B50-2A91-44E8-A4AE-E734C408D469}"/>
    <dgm:cxn modelId="{73A1CAEE-BFFE-4DDD-A13A-29A6386702ED}" type="presOf" srcId="{4CC35CC6-170C-4026-8FDA-4E1A9CA0A60F}" destId="{D7EE66A7-0AB5-411B-BA7A-4CCC97058691}" srcOrd="0" destOrd="0" presId="urn:microsoft.com/office/officeart/2005/8/layout/vProcess5"/>
    <dgm:cxn modelId="{59B998F1-D0CB-4092-8C3B-39C7ACADBF12}" type="presOf" srcId="{DC90F8FF-D70D-4AA9-A94E-3BE14B87FF64}" destId="{D06C36F3-217C-4D92-8C29-EC27940D2E9E}" srcOrd="0" destOrd="0" presId="urn:microsoft.com/office/officeart/2005/8/layout/vProcess5"/>
    <dgm:cxn modelId="{CA25D9AD-8F04-4AA5-81DE-AA71798FA23E}" type="presParOf" srcId="{FDC10235-809B-4E8A-95A5-E955B0F0ACDD}" destId="{A27EC33F-0694-475C-AB77-DD8165B14EFC}" srcOrd="0" destOrd="0" presId="urn:microsoft.com/office/officeart/2005/8/layout/vProcess5"/>
    <dgm:cxn modelId="{75B46D98-7016-475C-B595-5661CA1EA9DD}" type="presParOf" srcId="{FDC10235-809B-4E8A-95A5-E955B0F0ACDD}" destId="{18698E54-9917-4F6D-B9BE-ECD85587B775}" srcOrd="1" destOrd="0" presId="urn:microsoft.com/office/officeart/2005/8/layout/vProcess5"/>
    <dgm:cxn modelId="{5FA94E04-880B-4D1C-9E73-FA11439899B2}" type="presParOf" srcId="{FDC10235-809B-4E8A-95A5-E955B0F0ACDD}" destId="{113A8DE1-1160-4060-871F-82C9A9D0510B}" srcOrd="2" destOrd="0" presId="urn:microsoft.com/office/officeart/2005/8/layout/vProcess5"/>
    <dgm:cxn modelId="{14CE8C18-198D-42BC-AE07-67B37B89E018}" type="presParOf" srcId="{FDC10235-809B-4E8A-95A5-E955B0F0ACDD}" destId="{C3346829-A67B-4F2A-AE29-2DB896AB8F12}" srcOrd="3" destOrd="0" presId="urn:microsoft.com/office/officeart/2005/8/layout/vProcess5"/>
    <dgm:cxn modelId="{640A438A-C8EF-420B-AFA6-C09243283321}" type="presParOf" srcId="{FDC10235-809B-4E8A-95A5-E955B0F0ACDD}" destId="{E5E114CF-4679-476A-89F9-B4E0190A0BF1}" srcOrd="4" destOrd="0" presId="urn:microsoft.com/office/officeart/2005/8/layout/vProcess5"/>
    <dgm:cxn modelId="{2A8C7150-A54D-4C06-B66D-B070C8ACF945}" type="presParOf" srcId="{FDC10235-809B-4E8A-95A5-E955B0F0ACDD}" destId="{DB56AD12-E22F-479A-81CA-463F59E77477}" srcOrd="5" destOrd="0" presId="urn:microsoft.com/office/officeart/2005/8/layout/vProcess5"/>
    <dgm:cxn modelId="{D8AAD3FF-927D-4CA8-BC9D-76C11E4C92DE}" type="presParOf" srcId="{FDC10235-809B-4E8A-95A5-E955B0F0ACDD}" destId="{D7EE66A7-0AB5-411B-BA7A-4CCC97058691}" srcOrd="6" destOrd="0" presId="urn:microsoft.com/office/officeart/2005/8/layout/vProcess5"/>
    <dgm:cxn modelId="{EACEA638-1077-4AE2-A335-8FEE131EB57F}" type="presParOf" srcId="{FDC10235-809B-4E8A-95A5-E955B0F0ACDD}" destId="{FE42EA00-6B3E-4859-81AA-6DBC9E61CC71}" srcOrd="7" destOrd="0" presId="urn:microsoft.com/office/officeart/2005/8/layout/vProcess5"/>
    <dgm:cxn modelId="{75D1B41E-A84B-42F4-AC37-9CD08E92A38B}" type="presParOf" srcId="{FDC10235-809B-4E8A-95A5-E955B0F0ACDD}" destId="{7DF52870-5E23-4B98-8EE2-C0A911AEED71}" srcOrd="8" destOrd="0" presId="urn:microsoft.com/office/officeart/2005/8/layout/vProcess5"/>
    <dgm:cxn modelId="{FCFA027A-1F9B-43F0-A0DA-18D30E22F2A3}" type="presParOf" srcId="{FDC10235-809B-4E8A-95A5-E955B0F0ACDD}" destId="{D06C36F3-217C-4D92-8C29-EC27940D2E9E}" srcOrd="9" destOrd="0" presId="urn:microsoft.com/office/officeart/2005/8/layout/vProcess5"/>
    <dgm:cxn modelId="{02C5BAD3-181B-4A22-846A-F340CEC7D73F}" type="presParOf" srcId="{FDC10235-809B-4E8A-95A5-E955B0F0ACDD}" destId="{A7D16143-DBE9-4E9A-BE4E-16C397749201}" srcOrd="10" destOrd="0" presId="urn:microsoft.com/office/officeart/2005/8/layout/vProcess5"/>
    <dgm:cxn modelId="{24FB6169-E9EC-4516-AF8A-A0DBC5054DEF}" type="presParOf" srcId="{FDC10235-809B-4E8A-95A5-E955B0F0ACDD}" destId="{E0DA101A-8DE7-40E2-A868-26176510D054}" srcOrd="11" destOrd="0" presId="urn:microsoft.com/office/officeart/2005/8/layout/vProcess5"/>
    <dgm:cxn modelId="{94927933-F08F-4E9F-8B94-2D333AC7F981}" type="presParOf" srcId="{FDC10235-809B-4E8A-95A5-E955B0F0ACDD}" destId="{9DF0F3BC-8C2C-4994-9D2D-1B81A9AF5122}" srcOrd="12" destOrd="0" presId="urn:microsoft.com/office/officeart/2005/8/layout/vProcess5"/>
    <dgm:cxn modelId="{17457C0E-126F-4B99-89C9-BAF0C599244E}" type="presParOf" srcId="{FDC10235-809B-4E8A-95A5-E955B0F0ACDD}" destId="{AF84E681-8E0B-4765-9382-DF90C4E1C0C8}" srcOrd="13" destOrd="0" presId="urn:microsoft.com/office/officeart/2005/8/layout/vProcess5"/>
    <dgm:cxn modelId="{B75A4529-9BBF-4365-BDC0-A278F5ECA4DC}" type="presParOf" srcId="{FDC10235-809B-4E8A-95A5-E955B0F0ACDD}" destId="{42D999E6-017E-4DA5-A8EA-BB9BC1CC7FDD}" srcOrd="14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3D74F222-04CA-43E4-87E0-B5E82F9CA160}" type="doc">
      <dgm:prSet loTypeId="urn:microsoft.com/office/officeart/2018/2/layout/IconCircleList" loCatId="icon" qsTypeId="urn:microsoft.com/office/officeart/2005/8/quickstyle/simple1" qsCatId="simple" csTypeId="urn:microsoft.com/office/officeart/2018/5/colors/Iconchunking_coloredtext_colorful1" csCatId="colorful" phldr="1"/>
      <dgm:spPr/>
      <dgm:t>
        <a:bodyPr/>
        <a:lstStyle/>
        <a:p>
          <a:endParaRPr lang="en-US"/>
        </a:p>
      </dgm:t>
    </dgm:pt>
    <dgm:pt modelId="{3428ED2E-2485-4DF9-85AD-2FFA795A01F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IBM’s Project Bob brings AI deeply into the SDLC</a:t>
          </a:r>
        </a:p>
      </dgm:t>
    </dgm:pt>
    <dgm:pt modelId="{4E43C9EC-B5BF-4A5B-9986-AAEF4C084648}" type="parTrans" cxnId="{5BF9082E-7793-4B85-AD21-5D6B02893C23}">
      <dgm:prSet/>
      <dgm:spPr/>
      <dgm:t>
        <a:bodyPr/>
        <a:lstStyle/>
        <a:p>
          <a:endParaRPr lang="en-US"/>
        </a:p>
      </dgm:t>
    </dgm:pt>
    <dgm:pt modelId="{F5FF4D57-E8B6-4A92-806F-3A62AB4EDEBA}" type="sibTrans" cxnId="{5BF9082E-7793-4B85-AD21-5D6B02893C23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F65C158A-8BCE-4AC3-B770-3DFD680BB79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Enterprise-ready focus on context, compliance, and security</a:t>
          </a:r>
        </a:p>
      </dgm:t>
    </dgm:pt>
    <dgm:pt modelId="{29BAD7DA-3AAB-4314-9FAB-F9980E2A83E0}" type="parTrans" cxnId="{676C46E0-D9AF-48B8-99BC-A26917FBE731}">
      <dgm:prSet/>
      <dgm:spPr/>
      <dgm:t>
        <a:bodyPr/>
        <a:lstStyle/>
        <a:p>
          <a:endParaRPr lang="en-US"/>
        </a:p>
      </dgm:t>
    </dgm:pt>
    <dgm:pt modelId="{AD502A79-24B8-4391-9A3E-33FF2A8F2DE1}" type="sibTrans" cxnId="{676C46E0-D9AF-48B8-99BC-A26917FBE731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294EEC0F-7D13-4D48-93D8-47440337A1E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Strong potential to revolutionize enterprise modernization</a:t>
          </a:r>
        </a:p>
      </dgm:t>
    </dgm:pt>
    <dgm:pt modelId="{EFE277C4-DC5F-45D9-A30F-9527986DA72F}" type="parTrans" cxnId="{622E521D-D042-4979-A6E6-927D5BDADB94}">
      <dgm:prSet/>
      <dgm:spPr/>
      <dgm:t>
        <a:bodyPr/>
        <a:lstStyle/>
        <a:p>
          <a:endParaRPr lang="en-US"/>
        </a:p>
      </dgm:t>
    </dgm:pt>
    <dgm:pt modelId="{8CAC345C-26D4-41D5-8A04-4742DF017D4F}" type="sibTrans" cxnId="{622E521D-D042-4979-A6E6-927D5BDADB94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82476908-3B9B-493E-B407-0C09E06753F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Awaiting real-world adoption and external validation</a:t>
          </a:r>
        </a:p>
      </dgm:t>
    </dgm:pt>
    <dgm:pt modelId="{53D9337C-B9E1-4DB3-9115-65B7CC791CB8}" type="parTrans" cxnId="{9D9D4945-E06F-42A8-A1A8-D3EA0A51964C}">
      <dgm:prSet/>
      <dgm:spPr/>
      <dgm:t>
        <a:bodyPr/>
        <a:lstStyle/>
        <a:p>
          <a:endParaRPr lang="en-US"/>
        </a:p>
      </dgm:t>
    </dgm:pt>
    <dgm:pt modelId="{1337C62B-934D-4387-AB89-3FA1CD81785C}" type="sibTrans" cxnId="{9D9D4945-E06F-42A8-A1A8-D3EA0A51964C}">
      <dgm:prSet/>
      <dgm:spPr/>
      <dgm:t>
        <a:bodyPr/>
        <a:lstStyle/>
        <a:p>
          <a:endParaRPr lang="en-US"/>
        </a:p>
      </dgm:t>
    </dgm:pt>
    <dgm:pt modelId="{A44979E4-C4BF-48E7-AE1D-121D4A1A1125}" type="pres">
      <dgm:prSet presAssocID="{3D74F222-04CA-43E4-87E0-B5E82F9CA160}" presName="root" presStyleCnt="0">
        <dgm:presLayoutVars>
          <dgm:dir/>
          <dgm:resizeHandles val="exact"/>
        </dgm:presLayoutVars>
      </dgm:prSet>
      <dgm:spPr/>
    </dgm:pt>
    <dgm:pt modelId="{8162EFD3-B133-453C-A268-4FC380250F5C}" type="pres">
      <dgm:prSet presAssocID="{3D74F222-04CA-43E4-87E0-B5E82F9CA160}" presName="container" presStyleCnt="0">
        <dgm:presLayoutVars>
          <dgm:dir/>
          <dgm:resizeHandles val="exact"/>
        </dgm:presLayoutVars>
      </dgm:prSet>
      <dgm:spPr/>
    </dgm:pt>
    <dgm:pt modelId="{1AAE801B-006D-4B8C-B93A-64D814BB9145}" type="pres">
      <dgm:prSet presAssocID="{3428ED2E-2485-4DF9-85AD-2FFA795A01F6}" presName="compNode" presStyleCnt="0"/>
      <dgm:spPr/>
    </dgm:pt>
    <dgm:pt modelId="{C3D6FB64-8F9E-47AE-9B56-0E066B0E7244}" type="pres">
      <dgm:prSet presAssocID="{3428ED2E-2485-4DF9-85AD-2FFA795A01F6}" presName="iconBgRect" presStyleLbl="bgShp" presStyleIdx="0" presStyleCnt="4"/>
      <dgm:spPr/>
    </dgm:pt>
    <dgm:pt modelId="{5C31983B-D1AF-4EF8-8376-25161B859AC6}" type="pres">
      <dgm:prSet presAssocID="{3428ED2E-2485-4DF9-85AD-2FFA795A01F6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er"/>
        </a:ext>
      </dgm:extLst>
    </dgm:pt>
    <dgm:pt modelId="{FD4A0BD2-C4C2-444C-936A-C95F6A6DAE85}" type="pres">
      <dgm:prSet presAssocID="{3428ED2E-2485-4DF9-85AD-2FFA795A01F6}" presName="spaceRect" presStyleCnt="0"/>
      <dgm:spPr/>
    </dgm:pt>
    <dgm:pt modelId="{46AAA154-CD17-4922-8758-DF1FCFAC8920}" type="pres">
      <dgm:prSet presAssocID="{3428ED2E-2485-4DF9-85AD-2FFA795A01F6}" presName="textRect" presStyleLbl="revTx" presStyleIdx="0" presStyleCnt="4">
        <dgm:presLayoutVars>
          <dgm:chMax val="1"/>
          <dgm:chPref val="1"/>
        </dgm:presLayoutVars>
      </dgm:prSet>
      <dgm:spPr/>
    </dgm:pt>
    <dgm:pt modelId="{137E4344-F366-4AFF-871B-F42A5B6664F9}" type="pres">
      <dgm:prSet presAssocID="{F5FF4D57-E8B6-4A92-806F-3A62AB4EDEBA}" presName="sibTrans" presStyleLbl="sibTrans2D1" presStyleIdx="0" presStyleCnt="0"/>
      <dgm:spPr/>
    </dgm:pt>
    <dgm:pt modelId="{D31F3AAB-D06E-46A7-B79A-97AA078DB5E2}" type="pres">
      <dgm:prSet presAssocID="{F65C158A-8BCE-4AC3-B770-3DFD680BB796}" presName="compNode" presStyleCnt="0"/>
      <dgm:spPr/>
    </dgm:pt>
    <dgm:pt modelId="{129BEA5F-41A9-4EFE-8752-80135F2EB40E}" type="pres">
      <dgm:prSet presAssocID="{F65C158A-8BCE-4AC3-B770-3DFD680BB796}" presName="iconBgRect" presStyleLbl="bgShp" presStyleIdx="1" presStyleCnt="4"/>
      <dgm:spPr/>
    </dgm:pt>
    <dgm:pt modelId="{9001E82E-67E2-4CA6-9CF8-C6248CB4C51B}" type="pres">
      <dgm:prSet presAssocID="{F65C158A-8BCE-4AC3-B770-3DFD680BB796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ock"/>
        </a:ext>
      </dgm:extLst>
    </dgm:pt>
    <dgm:pt modelId="{57A3EED2-A1FA-4FCF-A741-F30F8C51F8BF}" type="pres">
      <dgm:prSet presAssocID="{F65C158A-8BCE-4AC3-B770-3DFD680BB796}" presName="spaceRect" presStyleCnt="0"/>
      <dgm:spPr/>
    </dgm:pt>
    <dgm:pt modelId="{BB5F6926-9489-4ED4-ABD6-D82C01D7CA72}" type="pres">
      <dgm:prSet presAssocID="{F65C158A-8BCE-4AC3-B770-3DFD680BB796}" presName="textRect" presStyleLbl="revTx" presStyleIdx="1" presStyleCnt="4">
        <dgm:presLayoutVars>
          <dgm:chMax val="1"/>
          <dgm:chPref val="1"/>
        </dgm:presLayoutVars>
      </dgm:prSet>
      <dgm:spPr/>
    </dgm:pt>
    <dgm:pt modelId="{43025DBB-862E-4EEA-9B93-F126B3431C74}" type="pres">
      <dgm:prSet presAssocID="{AD502A79-24B8-4391-9A3E-33FF2A8F2DE1}" presName="sibTrans" presStyleLbl="sibTrans2D1" presStyleIdx="0" presStyleCnt="0"/>
      <dgm:spPr/>
    </dgm:pt>
    <dgm:pt modelId="{A99E90D4-78FB-411D-ACFE-DB674ED878FE}" type="pres">
      <dgm:prSet presAssocID="{294EEC0F-7D13-4D48-93D8-47440337A1E0}" presName="compNode" presStyleCnt="0"/>
      <dgm:spPr/>
    </dgm:pt>
    <dgm:pt modelId="{9345FB3C-0D14-4511-AFBE-EB96159A9587}" type="pres">
      <dgm:prSet presAssocID="{294EEC0F-7D13-4D48-93D8-47440337A1E0}" presName="iconBgRect" presStyleLbl="bgShp" presStyleIdx="2" presStyleCnt="4"/>
      <dgm:spPr/>
    </dgm:pt>
    <dgm:pt modelId="{D297A12B-93DA-426F-B2FC-68E2F8AA56EE}" type="pres">
      <dgm:prSet presAssocID="{294EEC0F-7D13-4D48-93D8-47440337A1E0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Network"/>
        </a:ext>
      </dgm:extLst>
    </dgm:pt>
    <dgm:pt modelId="{794F5FB8-1596-45C3-AA69-1BE049988580}" type="pres">
      <dgm:prSet presAssocID="{294EEC0F-7D13-4D48-93D8-47440337A1E0}" presName="spaceRect" presStyleCnt="0"/>
      <dgm:spPr/>
    </dgm:pt>
    <dgm:pt modelId="{D9D3FDED-6822-4B76-BFB4-F77D620A5734}" type="pres">
      <dgm:prSet presAssocID="{294EEC0F-7D13-4D48-93D8-47440337A1E0}" presName="textRect" presStyleLbl="revTx" presStyleIdx="2" presStyleCnt="4">
        <dgm:presLayoutVars>
          <dgm:chMax val="1"/>
          <dgm:chPref val="1"/>
        </dgm:presLayoutVars>
      </dgm:prSet>
      <dgm:spPr/>
    </dgm:pt>
    <dgm:pt modelId="{915EA210-258D-4EB5-8F77-241587ADC92C}" type="pres">
      <dgm:prSet presAssocID="{8CAC345C-26D4-41D5-8A04-4742DF017D4F}" presName="sibTrans" presStyleLbl="sibTrans2D1" presStyleIdx="0" presStyleCnt="0"/>
      <dgm:spPr/>
    </dgm:pt>
    <dgm:pt modelId="{750030E1-B7DA-4259-94B1-F716B55DA911}" type="pres">
      <dgm:prSet presAssocID="{82476908-3B9B-493E-B407-0C09E06753F2}" presName="compNode" presStyleCnt="0"/>
      <dgm:spPr/>
    </dgm:pt>
    <dgm:pt modelId="{F8324073-3A35-4726-A5DB-6107813FB7CC}" type="pres">
      <dgm:prSet presAssocID="{82476908-3B9B-493E-B407-0C09E06753F2}" presName="iconBgRect" presStyleLbl="bgShp" presStyleIdx="3" presStyleCnt="4"/>
      <dgm:spPr/>
    </dgm:pt>
    <dgm:pt modelId="{F88EDA7E-D6F3-4F67-9DD7-3149EBAB20DA}" type="pres">
      <dgm:prSet presAssocID="{82476908-3B9B-493E-B407-0C09E06753F2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orld"/>
        </a:ext>
      </dgm:extLst>
    </dgm:pt>
    <dgm:pt modelId="{3FEBBA67-4C5B-486D-B8F3-8E3C6BB063D1}" type="pres">
      <dgm:prSet presAssocID="{82476908-3B9B-493E-B407-0C09E06753F2}" presName="spaceRect" presStyleCnt="0"/>
      <dgm:spPr/>
    </dgm:pt>
    <dgm:pt modelId="{8F9EF0E5-AC57-4413-8896-2BB79763A8F7}" type="pres">
      <dgm:prSet presAssocID="{82476908-3B9B-493E-B407-0C09E06753F2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622E521D-D042-4979-A6E6-927D5BDADB94}" srcId="{3D74F222-04CA-43E4-87E0-B5E82F9CA160}" destId="{294EEC0F-7D13-4D48-93D8-47440337A1E0}" srcOrd="2" destOrd="0" parTransId="{EFE277C4-DC5F-45D9-A30F-9527986DA72F}" sibTransId="{8CAC345C-26D4-41D5-8A04-4742DF017D4F}"/>
    <dgm:cxn modelId="{5BF9082E-7793-4B85-AD21-5D6B02893C23}" srcId="{3D74F222-04CA-43E4-87E0-B5E82F9CA160}" destId="{3428ED2E-2485-4DF9-85AD-2FFA795A01F6}" srcOrd="0" destOrd="0" parTransId="{4E43C9EC-B5BF-4A5B-9986-AAEF4C084648}" sibTransId="{F5FF4D57-E8B6-4A92-806F-3A62AB4EDEBA}"/>
    <dgm:cxn modelId="{9D9D4945-E06F-42A8-A1A8-D3EA0A51964C}" srcId="{3D74F222-04CA-43E4-87E0-B5E82F9CA160}" destId="{82476908-3B9B-493E-B407-0C09E06753F2}" srcOrd="3" destOrd="0" parTransId="{53D9337C-B9E1-4DB3-9115-65B7CC791CB8}" sibTransId="{1337C62B-934D-4387-AB89-3FA1CD81785C}"/>
    <dgm:cxn modelId="{0249DC68-9A26-489C-8354-9C3233814025}" type="presOf" srcId="{294EEC0F-7D13-4D48-93D8-47440337A1E0}" destId="{D9D3FDED-6822-4B76-BFB4-F77D620A5734}" srcOrd="0" destOrd="0" presId="urn:microsoft.com/office/officeart/2018/2/layout/IconCircleList"/>
    <dgm:cxn modelId="{6B8DF74B-AE61-4EE1-9901-24261C14C50F}" type="presOf" srcId="{3428ED2E-2485-4DF9-85AD-2FFA795A01F6}" destId="{46AAA154-CD17-4922-8758-DF1FCFAC8920}" srcOrd="0" destOrd="0" presId="urn:microsoft.com/office/officeart/2018/2/layout/IconCircleList"/>
    <dgm:cxn modelId="{1D565F85-BFB9-407C-852B-99E4685D097B}" type="presOf" srcId="{AD502A79-24B8-4391-9A3E-33FF2A8F2DE1}" destId="{43025DBB-862E-4EEA-9B93-F126B3431C74}" srcOrd="0" destOrd="0" presId="urn:microsoft.com/office/officeart/2018/2/layout/IconCircleList"/>
    <dgm:cxn modelId="{6C8AF39C-3DF3-4614-BD68-BF9654803F62}" type="presOf" srcId="{3D74F222-04CA-43E4-87E0-B5E82F9CA160}" destId="{A44979E4-C4BF-48E7-AE1D-121D4A1A1125}" srcOrd="0" destOrd="0" presId="urn:microsoft.com/office/officeart/2018/2/layout/IconCircleList"/>
    <dgm:cxn modelId="{C24914B2-CB20-4C3C-9F9C-B4E9144231B3}" type="presOf" srcId="{F5FF4D57-E8B6-4A92-806F-3A62AB4EDEBA}" destId="{137E4344-F366-4AFF-871B-F42A5B6664F9}" srcOrd="0" destOrd="0" presId="urn:microsoft.com/office/officeart/2018/2/layout/IconCircleList"/>
    <dgm:cxn modelId="{7BC522CD-E17E-4A8A-8E06-1A15D9AA4097}" type="presOf" srcId="{82476908-3B9B-493E-B407-0C09E06753F2}" destId="{8F9EF0E5-AC57-4413-8896-2BB79763A8F7}" srcOrd="0" destOrd="0" presId="urn:microsoft.com/office/officeart/2018/2/layout/IconCircleList"/>
    <dgm:cxn modelId="{1ACF59DC-2C62-4446-84EB-80C13D95E1FC}" type="presOf" srcId="{8CAC345C-26D4-41D5-8A04-4742DF017D4F}" destId="{915EA210-258D-4EB5-8F77-241587ADC92C}" srcOrd="0" destOrd="0" presId="urn:microsoft.com/office/officeart/2018/2/layout/IconCircleList"/>
    <dgm:cxn modelId="{676C46E0-D9AF-48B8-99BC-A26917FBE731}" srcId="{3D74F222-04CA-43E4-87E0-B5E82F9CA160}" destId="{F65C158A-8BCE-4AC3-B770-3DFD680BB796}" srcOrd="1" destOrd="0" parTransId="{29BAD7DA-3AAB-4314-9FAB-F9980E2A83E0}" sibTransId="{AD502A79-24B8-4391-9A3E-33FF2A8F2DE1}"/>
    <dgm:cxn modelId="{1398E4E1-3FCB-44AE-99D0-F5142342B236}" type="presOf" srcId="{F65C158A-8BCE-4AC3-B770-3DFD680BB796}" destId="{BB5F6926-9489-4ED4-ABD6-D82C01D7CA72}" srcOrd="0" destOrd="0" presId="urn:microsoft.com/office/officeart/2018/2/layout/IconCircleList"/>
    <dgm:cxn modelId="{0FE871B7-D773-495C-837A-BEDF3BDF6F17}" type="presParOf" srcId="{A44979E4-C4BF-48E7-AE1D-121D4A1A1125}" destId="{8162EFD3-B133-453C-A268-4FC380250F5C}" srcOrd="0" destOrd="0" presId="urn:microsoft.com/office/officeart/2018/2/layout/IconCircleList"/>
    <dgm:cxn modelId="{A2028D78-A3B7-411F-833A-7C033F55E5B6}" type="presParOf" srcId="{8162EFD3-B133-453C-A268-4FC380250F5C}" destId="{1AAE801B-006D-4B8C-B93A-64D814BB9145}" srcOrd="0" destOrd="0" presId="urn:microsoft.com/office/officeart/2018/2/layout/IconCircleList"/>
    <dgm:cxn modelId="{D237673E-6577-4030-89B6-2125EAE885CD}" type="presParOf" srcId="{1AAE801B-006D-4B8C-B93A-64D814BB9145}" destId="{C3D6FB64-8F9E-47AE-9B56-0E066B0E7244}" srcOrd="0" destOrd="0" presId="urn:microsoft.com/office/officeart/2018/2/layout/IconCircleList"/>
    <dgm:cxn modelId="{BF49283C-6C09-4684-ACF6-7055236B0D92}" type="presParOf" srcId="{1AAE801B-006D-4B8C-B93A-64D814BB9145}" destId="{5C31983B-D1AF-4EF8-8376-25161B859AC6}" srcOrd="1" destOrd="0" presId="urn:microsoft.com/office/officeart/2018/2/layout/IconCircleList"/>
    <dgm:cxn modelId="{CB4A7EA3-3FD3-4018-AA27-6FF0E98FFE3D}" type="presParOf" srcId="{1AAE801B-006D-4B8C-B93A-64D814BB9145}" destId="{FD4A0BD2-C4C2-444C-936A-C95F6A6DAE85}" srcOrd="2" destOrd="0" presId="urn:microsoft.com/office/officeart/2018/2/layout/IconCircleList"/>
    <dgm:cxn modelId="{E8FAEFD1-C81C-4678-AD8C-A01EF7C6AE6F}" type="presParOf" srcId="{1AAE801B-006D-4B8C-B93A-64D814BB9145}" destId="{46AAA154-CD17-4922-8758-DF1FCFAC8920}" srcOrd="3" destOrd="0" presId="urn:microsoft.com/office/officeart/2018/2/layout/IconCircleList"/>
    <dgm:cxn modelId="{48DA7326-6698-4D19-908C-B2338B30F2AB}" type="presParOf" srcId="{8162EFD3-B133-453C-A268-4FC380250F5C}" destId="{137E4344-F366-4AFF-871B-F42A5B6664F9}" srcOrd="1" destOrd="0" presId="urn:microsoft.com/office/officeart/2018/2/layout/IconCircleList"/>
    <dgm:cxn modelId="{0FC7AA9A-CAC4-4295-87F1-1FA7DB80B6D9}" type="presParOf" srcId="{8162EFD3-B133-453C-A268-4FC380250F5C}" destId="{D31F3AAB-D06E-46A7-B79A-97AA078DB5E2}" srcOrd="2" destOrd="0" presId="urn:microsoft.com/office/officeart/2018/2/layout/IconCircleList"/>
    <dgm:cxn modelId="{2031FC0A-5685-47F1-A7B2-20063FCA0670}" type="presParOf" srcId="{D31F3AAB-D06E-46A7-B79A-97AA078DB5E2}" destId="{129BEA5F-41A9-4EFE-8752-80135F2EB40E}" srcOrd="0" destOrd="0" presId="urn:microsoft.com/office/officeart/2018/2/layout/IconCircleList"/>
    <dgm:cxn modelId="{10A13E7D-180D-4CE2-B14B-567D6018CCCC}" type="presParOf" srcId="{D31F3AAB-D06E-46A7-B79A-97AA078DB5E2}" destId="{9001E82E-67E2-4CA6-9CF8-C6248CB4C51B}" srcOrd="1" destOrd="0" presId="urn:microsoft.com/office/officeart/2018/2/layout/IconCircleList"/>
    <dgm:cxn modelId="{BAC24CFB-0887-4ADE-91BE-B2BB377ECA52}" type="presParOf" srcId="{D31F3AAB-D06E-46A7-B79A-97AA078DB5E2}" destId="{57A3EED2-A1FA-4FCF-A741-F30F8C51F8BF}" srcOrd="2" destOrd="0" presId="urn:microsoft.com/office/officeart/2018/2/layout/IconCircleList"/>
    <dgm:cxn modelId="{C4261477-C45C-4581-9ED2-656CED77B858}" type="presParOf" srcId="{D31F3AAB-D06E-46A7-B79A-97AA078DB5E2}" destId="{BB5F6926-9489-4ED4-ABD6-D82C01D7CA72}" srcOrd="3" destOrd="0" presId="urn:microsoft.com/office/officeart/2018/2/layout/IconCircleList"/>
    <dgm:cxn modelId="{18A31E2C-8614-42FD-8F28-6304ABAB9A46}" type="presParOf" srcId="{8162EFD3-B133-453C-A268-4FC380250F5C}" destId="{43025DBB-862E-4EEA-9B93-F126B3431C74}" srcOrd="3" destOrd="0" presId="urn:microsoft.com/office/officeart/2018/2/layout/IconCircleList"/>
    <dgm:cxn modelId="{46F9ACF9-0652-49D0-BC77-9B06EA7E1B59}" type="presParOf" srcId="{8162EFD3-B133-453C-A268-4FC380250F5C}" destId="{A99E90D4-78FB-411D-ACFE-DB674ED878FE}" srcOrd="4" destOrd="0" presId="urn:microsoft.com/office/officeart/2018/2/layout/IconCircleList"/>
    <dgm:cxn modelId="{C058B181-BA13-4C4E-A382-5A3FFB69EDB6}" type="presParOf" srcId="{A99E90D4-78FB-411D-ACFE-DB674ED878FE}" destId="{9345FB3C-0D14-4511-AFBE-EB96159A9587}" srcOrd="0" destOrd="0" presId="urn:microsoft.com/office/officeart/2018/2/layout/IconCircleList"/>
    <dgm:cxn modelId="{D8952F5E-4D5F-422D-B2DD-FC79B04A3E94}" type="presParOf" srcId="{A99E90D4-78FB-411D-ACFE-DB674ED878FE}" destId="{D297A12B-93DA-426F-B2FC-68E2F8AA56EE}" srcOrd="1" destOrd="0" presId="urn:microsoft.com/office/officeart/2018/2/layout/IconCircleList"/>
    <dgm:cxn modelId="{143AA59F-4A62-44F5-8032-4015CA2B4457}" type="presParOf" srcId="{A99E90D4-78FB-411D-ACFE-DB674ED878FE}" destId="{794F5FB8-1596-45C3-AA69-1BE049988580}" srcOrd="2" destOrd="0" presId="urn:microsoft.com/office/officeart/2018/2/layout/IconCircleList"/>
    <dgm:cxn modelId="{169A4510-E5EF-4F2A-ACF9-FC698211C897}" type="presParOf" srcId="{A99E90D4-78FB-411D-ACFE-DB674ED878FE}" destId="{D9D3FDED-6822-4B76-BFB4-F77D620A5734}" srcOrd="3" destOrd="0" presId="urn:microsoft.com/office/officeart/2018/2/layout/IconCircleList"/>
    <dgm:cxn modelId="{AB1C616E-6434-49D6-9CE1-9AC643EFCE7A}" type="presParOf" srcId="{8162EFD3-B133-453C-A268-4FC380250F5C}" destId="{915EA210-258D-4EB5-8F77-241587ADC92C}" srcOrd="5" destOrd="0" presId="urn:microsoft.com/office/officeart/2018/2/layout/IconCircleList"/>
    <dgm:cxn modelId="{F82E640C-79E6-4174-A72B-13561D38358C}" type="presParOf" srcId="{8162EFD3-B133-453C-A268-4FC380250F5C}" destId="{750030E1-B7DA-4259-94B1-F716B55DA911}" srcOrd="6" destOrd="0" presId="urn:microsoft.com/office/officeart/2018/2/layout/IconCircleList"/>
    <dgm:cxn modelId="{1260D41D-5621-4F76-B494-B16142F22EC8}" type="presParOf" srcId="{750030E1-B7DA-4259-94B1-F716B55DA911}" destId="{F8324073-3A35-4726-A5DB-6107813FB7CC}" srcOrd="0" destOrd="0" presId="urn:microsoft.com/office/officeart/2018/2/layout/IconCircleList"/>
    <dgm:cxn modelId="{91070049-76BE-47D9-AFFF-822D7C0F41EC}" type="presParOf" srcId="{750030E1-B7DA-4259-94B1-F716B55DA911}" destId="{F88EDA7E-D6F3-4F67-9DD7-3149EBAB20DA}" srcOrd="1" destOrd="0" presId="urn:microsoft.com/office/officeart/2018/2/layout/IconCircleList"/>
    <dgm:cxn modelId="{325F9335-E9A2-49BF-92CB-8D6C563234EE}" type="presParOf" srcId="{750030E1-B7DA-4259-94B1-F716B55DA911}" destId="{3FEBBA67-4C5B-486D-B8F3-8E3C6BB063D1}" srcOrd="2" destOrd="0" presId="urn:microsoft.com/office/officeart/2018/2/layout/IconCircleList"/>
    <dgm:cxn modelId="{98508342-84CD-4ACC-92AA-0FECFF41938D}" type="presParOf" srcId="{750030E1-B7DA-4259-94B1-F716B55DA911}" destId="{8F9EF0E5-AC57-4413-8896-2BB79763A8F7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C2C4F6FB-4AD2-4F7B-A76F-89633E04D604}" type="doc">
      <dgm:prSet loTypeId="urn:microsoft.com/office/officeart/2018/2/layout/IconCircleList" loCatId="icon" qsTypeId="urn:microsoft.com/office/officeart/2005/8/quickstyle/simple1" qsCatId="simple" csTypeId="urn:microsoft.com/office/officeart/2018/5/colors/Iconchunking_coloredtext_colorful1" csCatId="colorful" phldr="1"/>
      <dgm:spPr/>
      <dgm:t>
        <a:bodyPr/>
        <a:lstStyle/>
        <a:p>
          <a:endParaRPr lang="en-US"/>
        </a:p>
      </dgm:t>
    </dgm:pt>
    <dgm:pt modelId="{2479C228-F072-4104-9B51-3BD46C83EF3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"Software development enters a new era with Bob and AI."</a:t>
          </a:r>
        </a:p>
      </dgm:t>
    </dgm:pt>
    <dgm:pt modelId="{C0EB6047-3983-4D05-A6A0-5E00B2B83AEB}" type="parTrans" cxnId="{2CD241F7-80C4-4CA3-AE7D-518D6BE1B7C3}">
      <dgm:prSet/>
      <dgm:spPr/>
      <dgm:t>
        <a:bodyPr/>
        <a:lstStyle/>
        <a:p>
          <a:endParaRPr lang="en-US"/>
        </a:p>
      </dgm:t>
    </dgm:pt>
    <dgm:pt modelId="{D2298CD3-BF22-4657-A31E-AF148FFFC94B}" type="sibTrans" cxnId="{2CD241F7-80C4-4CA3-AE7D-518D6BE1B7C3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30654C34-D859-4D5B-B7E3-D602CAF7B63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No more grumpy developers, puzzled newbies, or frazzled project managers.</a:t>
          </a:r>
        </a:p>
      </dgm:t>
    </dgm:pt>
    <dgm:pt modelId="{A936C482-57BD-4FC6-A754-8894E727C794}" type="parTrans" cxnId="{C38CA2EF-3D69-49BC-961A-1AB35A187CF0}">
      <dgm:prSet/>
      <dgm:spPr/>
      <dgm:t>
        <a:bodyPr/>
        <a:lstStyle/>
        <a:p>
          <a:endParaRPr lang="en-US"/>
        </a:p>
      </dgm:t>
    </dgm:pt>
    <dgm:pt modelId="{CF5FC07D-EA72-420A-9A2D-44EAD6C2459E}" type="sibTrans" cxnId="{C38CA2EF-3D69-49BC-961A-1AB35A187CF0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3ADFECF6-F611-4442-8822-8C1148E1B2F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With Bob, every role—from designer to engineer—is empowered.</a:t>
          </a:r>
        </a:p>
      </dgm:t>
    </dgm:pt>
    <dgm:pt modelId="{9E6813C8-F8B8-4282-B942-0AC34653A1F8}" type="parTrans" cxnId="{B2858817-6F4A-48C8-9413-AB88E5C7D449}">
      <dgm:prSet/>
      <dgm:spPr/>
      <dgm:t>
        <a:bodyPr/>
        <a:lstStyle/>
        <a:p>
          <a:endParaRPr lang="en-US"/>
        </a:p>
      </dgm:t>
    </dgm:pt>
    <dgm:pt modelId="{FBC66AF9-7C00-4E73-BD92-1FAB074130F3}" type="sibTrans" cxnId="{B2858817-6F4A-48C8-9413-AB88E5C7D449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18130C80-9CBA-46F6-BE27-D01503DA51C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Project Bob makes development not just productive and efficient — but delightful and enjoyable.</a:t>
          </a:r>
        </a:p>
      </dgm:t>
    </dgm:pt>
    <dgm:pt modelId="{03C12F91-A38D-4491-9D45-A04F767B7D00}" type="parTrans" cxnId="{6B3738A5-CA80-4790-AD57-5C638B87EA2A}">
      <dgm:prSet/>
      <dgm:spPr/>
      <dgm:t>
        <a:bodyPr/>
        <a:lstStyle/>
        <a:p>
          <a:endParaRPr lang="en-US"/>
        </a:p>
      </dgm:t>
    </dgm:pt>
    <dgm:pt modelId="{3CEE08EE-DA74-48C5-BBE5-CFA7B9A40B6A}" type="sibTrans" cxnId="{6B3738A5-CA80-4790-AD57-5C638B87EA2A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794AF4B4-D53F-4017-8D4B-B5F14B5C955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Watch this space as Bob evolves into your all-in-one AI partner for building the future.</a:t>
          </a:r>
        </a:p>
      </dgm:t>
    </dgm:pt>
    <dgm:pt modelId="{C0076441-BC62-4BC7-9A27-2C827DA71997}" type="parTrans" cxnId="{9A32902D-FFA5-4A92-908A-A84F3CE19932}">
      <dgm:prSet/>
      <dgm:spPr/>
      <dgm:t>
        <a:bodyPr/>
        <a:lstStyle/>
        <a:p>
          <a:endParaRPr lang="en-US"/>
        </a:p>
      </dgm:t>
    </dgm:pt>
    <dgm:pt modelId="{E79977ED-0B43-43E4-9E9E-3DD02CD9D173}" type="sibTrans" cxnId="{9A32902D-FFA5-4A92-908A-A84F3CE19932}">
      <dgm:prSet/>
      <dgm:spPr/>
      <dgm:t>
        <a:bodyPr/>
        <a:lstStyle/>
        <a:p>
          <a:endParaRPr lang="en-US"/>
        </a:p>
      </dgm:t>
    </dgm:pt>
    <dgm:pt modelId="{F7CD22BD-04D3-44CD-831C-D745CEB35D09}" type="pres">
      <dgm:prSet presAssocID="{C2C4F6FB-4AD2-4F7B-A76F-89633E04D604}" presName="root" presStyleCnt="0">
        <dgm:presLayoutVars>
          <dgm:dir/>
          <dgm:resizeHandles val="exact"/>
        </dgm:presLayoutVars>
      </dgm:prSet>
      <dgm:spPr/>
    </dgm:pt>
    <dgm:pt modelId="{3CF08548-866D-4C6D-B5CB-32964EB536A3}" type="pres">
      <dgm:prSet presAssocID="{C2C4F6FB-4AD2-4F7B-A76F-89633E04D604}" presName="container" presStyleCnt="0">
        <dgm:presLayoutVars>
          <dgm:dir/>
          <dgm:resizeHandles val="exact"/>
        </dgm:presLayoutVars>
      </dgm:prSet>
      <dgm:spPr/>
    </dgm:pt>
    <dgm:pt modelId="{FA9DE7A4-06FB-4608-A698-4FF6F0D333B5}" type="pres">
      <dgm:prSet presAssocID="{2479C228-F072-4104-9B51-3BD46C83EF30}" presName="compNode" presStyleCnt="0"/>
      <dgm:spPr/>
    </dgm:pt>
    <dgm:pt modelId="{6D6492A9-CB27-4437-80BA-CC6E944C010B}" type="pres">
      <dgm:prSet presAssocID="{2479C228-F072-4104-9B51-3BD46C83EF30}" presName="iconBgRect" presStyleLbl="bgShp" presStyleIdx="0" presStyleCnt="5"/>
      <dgm:spPr/>
    </dgm:pt>
    <dgm:pt modelId="{9A83DC90-9707-47D7-AD86-60014C8D0DDD}" type="pres">
      <dgm:prSet presAssocID="{2479C228-F072-4104-9B51-3BD46C83EF30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Programmer"/>
        </a:ext>
      </dgm:extLst>
    </dgm:pt>
    <dgm:pt modelId="{35058FC9-14B3-4E3D-B845-2021182A8FCE}" type="pres">
      <dgm:prSet presAssocID="{2479C228-F072-4104-9B51-3BD46C83EF30}" presName="spaceRect" presStyleCnt="0"/>
      <dgm:spPr/>
    </dgm:pt>
    <dgm:pt modelId="{0815005D-36B4-4238-89FC-4A702AD649D8}" type="pres">
      <dgm:prSet presAssocID="{2479C228-F072-4104-9B51-3BD46C83EF30}" presName="textRect" presStyleLbl="revTx" presStyleIdx="0" presStyleCnt="5">
        <dgm:presLayoutVars>
          <dgm:chMax val="1"/>
          <dgm:chPref val="1"/>
        </dgm:presLayoutVars>
      </dgm:prSet>
      <dgm:spPr/>
    </dgm:pt>
    <dgm:pt modelId="{17CA6075-5E90-4613-A328-C6C774664A43}" type="pres">
      <dgm:prSet presAssocID="{D2298CD3-BF22-4657-A31E-AF148FFFC94B}" presName="sibTrans" presStyleLbl="sibTrans2D1" presStyleIdx="0" presStyleCnt="0"/>
      <dgm:spPr/>
    </dgm:pt>
    <dgm:pt modelId="{7BA6E4FF-55CA-437D-8F15-264C9A51D49F}" type="pres">
      <dgm:prSet presAssocID="{30654C34-D859-4D5B-B7E3-D602CAF7B631}" presName="compNode" presStyleCnt="0"/>
      <dgm:spPr/>
    </dgm:pt>
    <dgm:pt modelId="{6BB61610-EC29-4A78-834E-652A7B543FEE}" type="pres">
      <dgm:prSet presAssocID="{30654C34-D859-4D5B-B7E3-D602CAF7B631}" presName="iconBgRect" presStyleLbl="bgShp" presStyleIdx="1" presStyleCnt="5"/>
      <dgm:spPr/>
    </dgm:pt>
    <dgm:pt modelId="{4F936CD6-9A65-44A6-A2EC-EF6C18814CE5}" type="pres">
      <dgm:prSet presAssocID="{30654C34-D859-4D5B-B7E3-D602CAF7B631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Angry Face with Solid Fill"/>
        </a:ext>
      </dgm:extLst>
    </dgm:pt>
    <dgm:pt modelId="{B69250DB-A424-4391-82C4-ED1E6EB5B04B}" type="pres">
      <dgm:prSet presAssocID="{30654C34-D859-4D5B-B7E3-D602CAF7B631}" presName="spaceRect" presStyleCnt="0"/>
      <dgm:spPr/>
    </dgm:pt>
    <dgm:pt modelId="{91E373D6-5DF2-49CF-AA02-706B99A3D70D}" type="pres">
      <dgm:prSet presAssocID="{30654C34-D859-4D5B-B7E3-D602CAF7B631}" presName="textRect" presStyleLbl="revTx" presStyleIdx="1" presStyleCnt="5">
        <dgm:presLayoutVars>
          <dgm:chMax val="1"/>
          <dgm:chPref val="1"/>
        </dgm:presLayoutVars>
      </dgm:prSet>
      <dgm:spPr/>
    </dgm:pt>
    <dgm:pt modelId="{93634BC5-3FD6-41EE-A2EF-FC688CB09E98}" type="pres">
      <dgm:prSet presAssocID="{CF5FC07D-EA72-420A-9A2D-44EAD6C2459E}" presName="sibTrans" presStyleLbl="sibTrans2D1" presStyleIdx="0" presStyleCnt="0"/>
      <dgm:spPr/>
    </dgm:pt>
    <dgm:pt modelId="{6CDF3CA0-DCB4-4601-87EC-014912C2056A}" type="pres">
      <dgm:prSet presAssocID="{3ADFECF6-F611-4442-8822-8C1148E1B2F3}" presName="compNode" presStyleCnt="0"/>
      <dgm:spPr/>
    </dgm:pt>
    <dgm:pt modelId="{139BEEF1-8B26-417E-B6D2-91A722E22D52}" type="pres">
      <dgm:prSet presAssocID="{3ADFECF6-F611-4442-8822-8C1148E1B2F3}" presName="iconBgRect" presStyleLbl="bgShp" presStyleIdx="2" presStyleCnt="5"/>
      <dgm:spPr/>
    </dgm:pt>
    <dgm:pt modelId="{CB7139EC-EC87-41E3-B6A1-A5CB0DF6B2E4}" type="pres">
      <dgm:prSet presAssocID="{3ADFECF6-F611-4442-8822-8C1148E1B2F3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Welder"/>
        </a:ext>
      </dgm:extLst>
    </dgm:pt>
    <dgm:pt modelId="{4AB9B8CC-15D0-4A10-81A0-FCFF3EBD9828}" type="pres">
      <dgm:prSet presAssocID="{3ADFECF6-F611-4442-8822-8C1148E1B2F3}" presName="spaceRect" presStyleCnt="0"/>
      <dgm:spPr/>
    </dgm:pt>
    <dgm:pt modelId="{57F42E0B-C2F8-49CF-95F2-B20B30E24311}" type="pres">
      <dgm:prSet presAssocID="{3ADFECF6-F611-4442-8822-8C1148E1B2F3}" presName="textRect" presStyleLbl="revTx" presStyleIdx="2" presStyleCnt="5">
        <dgm:presLayoutVars>
          <dgm:chMax val="1"/>
          <dgm:chPref val="1"/>
        </dgm:presLayoutVars>
      </dgm:prSet>
      <dgm:spPr/>
    </dgm:pt>
    <dgm:pt modelId="{2A6EC05E-5635-48C7-93A2-55F0FEAE1212}" type="pres">
      <dgm:prSet presAssocID="{FBC66AF9-7C00-4E73-BD92-1FAB074130F3}" presName="sibTrans" presStyleLbl="sibTrans2D1" presStyleIdx="0" presStyleCnt="0"/>
      <dgm:spPr/>
    </dgm:pt>
    <dgm:pt modelId="{C0DBF817-240F-4D25-B48F-B3BA4F0BEE14}" type="pres">
      <dgm:prSet presAssocID="{18130C80-9CBA-46F6-BE27-D01503DA51C7}" presName="compNode" presStyleCnt="0"/>
      <dgm:spPr/>
    </dgm:pt>
    <dgm:pt modelId="{2B7F4D00-C5F5-42E1-AAC6-B1C9EE4D939E}" type="pres">
      <dgm:prSet presAssocID="{18130C80-9CBA-46F6-BE27-D01503DA51C7}" presName="iconBgRect" presStyleLbl="bgShp" presStyleIdx="3" presStyleCnt="5"/>
      <dgm:spPr/>
    </dgm:pt>
    <dgm:pt modelId="{CEC4A235-D55D-45E1-8425-A2C0268D02DE}" type="pres">
      <dgm:prSet presAssocID="{18130C80-9CBA-46F6-BE27-D01503DA51C7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Arrow Circle"/>
        </a:ext>
      </dgm:extLst>
    </dgm:pt>
    <dgm:pt modelId="{9F9D901C-2FE4-4034-8627-9921463AB671}" type="pres">
      <dgm:prSet presAssocID="{18130C80-9CBA-46F6-BE27-D01503DA51C7}" presName="spaceRect" presStyleCnt="0"/>
      <dgm:spPr/>
    </dgm:pt>
    <dgm:pt modelId="{CF76E7E0-B047-40FE-BA2A-9416C6A5882E}" type="pres">
      <dgm:prSet presAssocID="{18130C80-9CBA-46F6-BE27-D01503DA51C7}" presName="textRect" presStyleLbl="revTx" presStyleIdx="3" presStyleCnt="5">
        <dgm:presLayoutVars>
          <dgm:chMax val="1"/>
          <dgm:chPref val="1"/>
        </dgm:presLayoutVars>
      </dgm:prSet>
      <dgm:spPr/>
    </dgm:pt>
    <dgm:pt modelId="{0213B901-8D38-4B07-9339-D4D90C7F6239}" type="pres">
      <dgm:prSet presAssocID="{3CEE08EE-DA74-48C5-BBE5-CFA7B9A40B6A}" presName="sibTrans" presStyleLbl="sibTrans2D1" presStyleIdx="0" presStyleCnt="0"/>
      <dgm:spPr/>
    </dgm:pt>
    <dgm:pt modelId="{8358E499-7E2A-47BE-873B-C1978A5DE203}" type="pres">
      <dgm:prSet presAssocID="{794AF4B4-D53F-4017-8D4B-B5F14B5C9552}" presName="compNode" presStyleCnt="0"/>
      <dgm:spPr/>
    </dgm:pt>
    <dgm:pt modelId="{7E15B383-3F0D-4316-9598-306782A54A76}" type="pres">
      <dgm:prSet presAssocID="{794AF4B4-D53F-4017-8D4B-B5F14B5C9552}" presName="iconBgRect" presStyleLbl="bgShp" presStyleIdx="4" presStyleCnt="5"/>
      <dgm:spPr/>
    </dgm:pt>
    <dgm:pt modelId="{4082682C-02C8-4DFF-9225-451599B19FFF}" type="pres">
      <dgm:prSet presAssocID="{794AF4B4-D53F-4017-8D4B-B5F14B5C9552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usiness Growth"/>
        </a:ext>
      </dgm:extLst>
    </dgm:pt>
    <dgm:pt modelId="{ECCA2768-1565-4A7E-869D-BAFDF2D31D05}" type="pres">
      <dgm:prSet presAssocID="{794AF4B4-D53F-4017-8D4B-B5F14B5C9552}" presName="spaceRect" presStyleCnt="0"/>
      <dgm:spPr/>
    </dgm:pt>
    <dgm:pt modelId="{EC0750FF-69F6-4A3E-910C-1AB82D36CF48}" type="pres">
      <dgm:prSet presAssocID="{794AF4B4-D53F-4017-8D4B-B5F14B5C9552}" presName="textRect" presStyleLbl="revTx" presStyleIdx="4" presStyleCnt="5">
        <dgm:presLayoutVars>
          <dgm:chMax val="1"/>
          <dgm:chPref val="1"/>
        </dgm:presLayoutVars>
      </dgm:prSet>
      <dgm:spPr/>
    </dgm:pt>
  </dgm:ptLst>
  <dgm:cxnLst>
    <dgm:cxn modelId="{325D8015-2960-451D-A96A-16FDE40E8583}" type="presOf" srcId="{794AF4B4-D53F-4017-8D4B-B5F14B5C9552}" destId="{EC0750FF-69F6-4A3E-910C-1AB82D36CF48}" srcOrd="0" destOrd="0" presId="urn:microsoft.com/office/officeart/2018/2/layout/IconCircleList"/>
    <dgm:cxn modelId="{B2858817-6F4A-48C8-9413-AB88E5C7D449}" srcId="{C2C4F6FB-4AD2-4F7B-A76F-89633E04D604}" destId="{3ADFECF6-F611-4442-8822-8C1148E1B2F3}" srcOrd="2" destOrd="0" parTransId="{9E6813C8-F8B8-4282-B942-0AC34653A1F8}" sibTransId="{FBC66AF9-7C00-4E73-BD92-1FAB074130F3}"/>
    <dgm:cxn modelId="{2470EB17-0443-4BA0-8698-AA21D1A6152B}" type="presOf" srcId="{CF5FC07D-EA72-420A-9A2D-44EAD6C2459E}" destId="{93634BC5-3FD6-41EE-A2EF-FC688CB09E98}" srcOrd="0" destOrd="0" presId="urn:microsoft.com/office/officeart/2018/2/layout/IconCircleList"/>
    <dgm:cxn modelId="{FA245E1B-4735-4B7A-B95B-7D1C6CABBB7E}" type="presOf" srcId="{C2C4F6FB-4AD2-4F7B-A76F-89633E04D604}" destId="{F7CD22BD-04D3-44CD-831C-D745CEB35D09}" srcOrd="0" destOrd="0" presId="urn:microsoft.com/office/officeart/2018/2/layout/IconCircleList"/>
    <dgm:cxn modelId="{9A32902D-FFA5-4A92-908A-A84F3CE19932}" srcId="{C2C4F6FB-4AD2-4F7B-A76F-89633E04D604}" destId="{794AF4B4-D53F-4017-8D4B-B5F14B5C9552}" srcOrd="4" destOrd="0" parTransId="{C0076441-BC62-4BC7-9A27-2C827DA71997}" sibTransId="{E79977ED-0B43-43E4-9E9E-3DD02CD9D173}"/>
    <dgm:cxn modelId="{E9C68C4B-5B99-4EEC-B445-13BB0244606A}" type="presOf" srcId="{3CEE08EE-DA74-48C5-BBE5-CFA7B9A40B6A}" destId="{0213B901-8D38-4B07-9339-D4D90C7F6239}" srcOrd="0" destOrd="0" presId="urn:microsoft.com/office/officeart/2018/2/layout/IconCircleList"/>
    <dgm:cxn modelId="{1FF2DD73-9552-48D0-BAE1-6A5E9F4FA770}" type="presOf" srcId="{3ADFECF6-F611-4442-8822-8C1148E1B2F3}" destId="{57F42E0B-C2F8-49CF-95F2-B20B30E24311}" srcOrd="0" destOrd="0" presId="urn:microsoft.com/office/officeart/2018/2/layout/IconCircleList"/>
    <dgm:cxn modelId="{EC5BDB9F-A43D-49E2-A9B6-6DB546E21887}" type="presOf" srcId="{2479C228-F072-4104-9B51-3BD46C83EF30}" destId="{0815005D-36B4-4238-89FC-4A702AD649D8}" srcOrd="0" destOrd="0" presId="urn:microsoft.com/office/officeart/2018/2/layout/IconCircleList"/>
    <dgm:cxn modelId="{6B3738A5-CA80-4790-AD57-5C638B87EA2A}" srcId="{C2C4F6FB-4AD2-4F7B-A76F-89633E04D604}" destId="{18130C80-9CBA-46F6-BE27-D01503DA51C7}" srcOrd="3" destOrd="0" parTransId="{03C12F91-A38D-4491-9D45-A04F767B7D00}" sibTransId="{3CEE08EE-DA74-48C5-BBE5-CFA7B9A40B6A}"/>
    <dgm:cxn modelId="{3FCFD1DD-17E2-4949-A48A-AC7D24FA4987}" type="presOf" srcId="{30654C34-D859-4D5B-B7E3-D602CAF7B631}" destId="{91E373D6-5DF2-49CF-AA02-706B99A3D70D}" srcOrd="0" destOrd="0" presId="urn:microsoft.com/office/officeart/2018/2/layout/IconCircleList"/>
    <dgm:cxn modelId="{776951E9-E6F6-481C-9BD2-417EDBCEF914}" type="presOf" srcId="{FBC66AF9-7C00-4E73-BD92-1FAB074130F3}" destId="{2A6EC05E-5635-48C7-93A2-55F0FEAE1212}" srcOrd="0" destOrd="0" presId="urn:microsoft.com/office/officeart/2018/2/layout/IconCircleList"/>
    <dgm:cxn modelId="{56AC54EC-D7FE-4405-948D-6D667137CC97}" type="presOf" srcId="{D2298CD3-BF22-4657-A31E-AF148FFFC94B}" destId="{17CA6075-5E90-4613-A328-C6C774664A43}" srcOrd="0" destOrd="0" presId="urn:microsoft.com/office/officeart/2018/2/layout/IconCircleList"/>
    <dgm:cxn modelId="{C38CA2EF-3D69-49BC-961A-1AB35A187CF0}" srcId="{C2C4F6FB-4AD2-4F7B-A76F-89633E04D604}" destId="{30654C34-D859-4D5B-B7E3-D602CAF7B631}" srcOrd="1" destOrd="0" parTransId="{A936C482-57BD-4FC6-A754-8894E727C794}" sibTransId="{CF5FC07D-EA72-420A-9A2D-44EAD6C2459E}"/>
    <dgm:cxn modelId="{2CD241F7-80C4-4CA3-AE7D-518D6BE1B7C3}" srcId="{C2C4F6FB-4AD2-4F7B-A76F-89633E04D604}" destId="{2479C228-F072-4104-9B51-3BD46C83EF30}" srcOrd="0" destOrd="0" parTransId="{C0EB6047-3983-4D05-A6A0-5E00B2B83AEB}" sibTransId="{D2298CD3-BF22-4657-A31E-AF148FFFC94B}"/>
    <dgm:cxn modelId="{7FF2E4F9-9691-49C7-B5A5-3ED37B17342D}" type="presOf" srcId="{18130C80-9CBA-46F6-BE27-D01503DA51C7}" destId="{CF76E7E0-B047-40FE-BA2A-9416C6A5882E}" srcOrd="0" destOrd="0" presId="urn:microsoft.com/office/officeart/2018/2/layout/IconCircleList"/>
    <dgm:cxn modelId="{057F253C-DB71-473C-B230-16345000CE1F}" type="presParOf" srcId="{F7CD22BD-04D3-44CD-831C-D745CEB35D09}" destId="{3CF08548-866D-4C6D-B5CB-32964EB536A3}" srcOrd="0" destOrd="0" presId="urn:microsoft.com/office/officeart/2018/2/layout/IconCircleList"/>
    <dgm:cxn modelId="{76482626-EDB4-41CD-B404-14C5F82DC666}" type="presParOf" srcId="{3CF08548-866D-4C6D-B5CB-32964EB536A3}" destId="{FA9DE7A4-06FB-4608-A698-4FF6F0D333B5}" srcOrd="0" destOrd="0" presId="urn:microsoft.com/office/officeart/2018/2/layout/IconCircleList"/>
    <dgm:cxn modelId="{0A736129-F3E4-4FAC-A32E-A54F96E750D7}" type="presParOf" srcId="{FA9DE7A4-06FB-4608-A698-4FF6F0D333B5}" destId="{6D6492A9-CB27-4437-80BA-CC6E944C010B}" srcOrd="0" destOrd="0" presId="urn:microsoft.com/office/officeart/2018/2/layout/IconCircleList"/>
    <dgm:cxn modelId="{8BF47E70-E696-4B60-814A-54BD4CC0EED5}" type="presParOf" srcId="{FA9DE7A4-06FB-4608-A698-4FF6F0D333B5}" destId="{9A83DC90-9707-47D7-AD86-60014C8D0DDD}" srcOrd="1" destOrd="0" presId="urn:microsoft.com/office/officeart/2018/2/layout/IconCircleList"/>
    <dgm:cxn modelId="{1ACF5FCA-1761-4960-BADE-5AC67F838585}" type="presParOf" srcId="{FA9DE7A4-06FB-4608-A698-4FF6F0D333B5}" destId="{35058FC9-14B3-4E3D-B845-2021182A8FCE}" srcOrd="2" destOrd="0" presId="urn:microsoft.com/office/officeart/2018/2/layout/IconCircleList"/>
    <dgm:cxn modelId="{8DA15D8A-5B14-4E41-9F5E-CF2D99F3C003}" type="presParOf" srcId="{FA9DE7A4-06FB-4608-A698-4FF6F0D333B5}" destId="{0815005D-36B4-4238-89FC-4A702AD649D8}" srcOrd="3" destOrd="0" presId="urn:microsoft.com/office/officeart/2018/2/layout/IconCircleList"/>
    <dgm:cxn modelId="{8ABC1908-8B84-4B3D-A6CC-A168A987CDAC}" type="presParOf" srcId="{3CF08548-866D-4C6D-B5CB-32964EB536A3}" destId="{17CA6075-5E90-4613-A328-C6C774664A43}" srcOrd="1" destOrd="0" presId="urn:microsoft.com/office/officeart/2018/2/layout/IconCircleList"/>
    <dgm:cxn modelId="{6CD74EFE-B458-4127-99CB-7DA3CE24704A}" type="presParOf" srcId="{3CF08548-866D-4C6D-B5CB-32964EB536A3}" destId="{7BA6E4FF-55CA-437D-8F15-264C9A51D49F}" srcOrd="2" destOrd="0" presId="urn:microsoft.com/office/officeart/2018/2/layout/IconCircleList"/>
    <dgm:cxn modelId="{C8496816-9E6A-4E40-82B3-5DE03B2E10B6}" type="presParOf" srcId="{7BA6E4FF-55CA-437D-8F15-264C9A51D49F}" destId="{6BB61610-EC29-4A78-834E-652A7B543FEE}" srcOrd="0" destOrd="0" presId="urn:microsoft.com/office/officeart/2018/2/layout/IconCircleList"/>
    <dgm:cxn modelId="{89B2C98B-AA96-43E5-84D0-9E189671B62D}" type="presParOf" srcId="{7BA6E4FF-55CA-437D-8F15-264C9A51D49F}" destId="{4F936CD6-9A65-44A6-A2EC-EF6C18814CE5}" srcOrd="1" destOrd="0" presId="urn:microsoft.com/office/officeart/2018/2/layout/IconCircleList"/>
    <dgm:cxn modelId="{A2937ACE-F13A-40BE-A0E4-D826D2283E5F}" type="presParOf" srcId="{7BA6E4FF-55CA-437D-8F15-264C9A51D49F}" destId="{B69250DB-A424-4391-82C4-ED1E6EB5B04B}" srcOrd="2" destOrd="0" presId="urn:microsoft.com/office/officeart/2018/2/layout/IconCircleList"/>
    <dgm:cxn modelId="{802F4BC2-84CF-44CD-BA2D-13B8F6C87BE5}" type="presParOf" srcId="{7BA6E4FF-55CA-437D-8F15-264C9A51D49F}" destId="{91E373D6-5DF2-49CF-AA02-706B99A3D70D}" srcOrd="3" destOrd="0" presId="urn:microsoft.com/office/officeart/2018/2/layout/IconCircleList"/>
    <dgm:cxn modelId="{A62F9EC1-05A9-448A-93AB-320FF8C705F6}" type="presParOf" srcId="{3CF08548-866D-4C6D-B5CB-32964EB536A3}" destId="{93634BC5-3FD6-41EE-A2EF-FC688CB09E98}" srcOrd="3" destOrd="0" presId="urn:microsoft.com/office/officeart/2018/2/layout/IconCircleList"/>
    <dgm:cxn modelId="{F01976B4-99BB-4430-9AB8-82D610438F3B}" type="presParOf" srcId="{3CF08548-866D-4C6D-B5CB-32964EB536A3}" destId="{6CDF3CA0-DCB4-4601-87EC-014912C2056A}" srcOrd="4" destOrd="0" presId="urn:microsoft.com/office/officeart/2018/2/layout/IconCircleList"/>
    <dgm:cxn modelId="{4E96BF81-999E-4243-A7FE-2C4DAC8B68EB}" type="presParOf" srcId="{6CDF3CA0-DCB4-4601-87EC-014912C2056A}" destId="{139BEEF1-8B26-417E-B6D2-91A722E22D52}" srcOrd="0" destOrd="0" presId="urn:microsoft.com/office/officeart/2018/2/layout/IconCircleList"/>
    <dgm:cxn modelId="{26CEE7DB-C602-42E9-AA58-26667C59AAE9}" type="presParOf" srcId="{6CDF3CA0-DCB4-4601-87EC-014912C2056A}" destId="{CB7139EC-EC87-41E3-B6A1-A5CB0DF6B2E4}" srcOrd="1" destOrd="0" presId="urn:microsoft.com/office/officeart/2018/2/layout/IconCircleList"/>
    <dgm:cxn modelId="{7ABDBF29-87E8-452B-A963-E2D8F256ABAC}" type="presParOf" srcId="{6CDF3CA0-DCB4-4601-87EC-014912C2056A}" destId="{4AB9B8CC-15D0-4A10-81A0-FCFF3EBD9828}" srcOrd="2" destOrd="0" presId="urn:microsoft.com/office/officeart/2018/2/layout/IconCircleList"/>
    <dgm:cxn modelId="{BF7CE5EF-39A7-4087-BAAF-0BF93A8451E9}" type="presParOf" srcId="{6CDF3CA0-DCB4-4601-87EC-014912C2056A}" destId="{57F42E0B-C2F8-49CF-95F2-B20B30E24311}" srcOrd="3" destOrd="0" presId="urn:microsoft.com/office/officeart/2018/2/layout/IconCircleList"/>
    <dgm:cxn modelId="{9088CF9A-9DD9-4264-8F21-FBAE6D1AEC1A}" type="presParOf" srcId="{3CF08548-866D-4C6D-B5CB-32964EB536A3}" destId="{2A6EC05E-5635-48C7-93A2-55F0FEAE1212}" srcOrd="5" destOrd="0" presId="urn:microsoft.com/office/officeart/2018/2/layout/IconCircleList"/>
    <dgm:cxn modelId="{E5A0C7A6-45B2-4E72-8B08-0682B6DF47D2}" type="presParOf" srcId="{3CF08548-866D-4C6D-B5CB-32964EB536A3}" destId="{C0DBF817-240F-4D25-B48F-B3BA4F0BEE14}" srcOrd="6" destOrd="0" presId="urn:microsoft.com/office/officeart/2018/2/layout/IconCircleList"/>
    <dgm:cxn modelId="{4AA9C55E-C553-459E-B1AE-40F926DFCEF3}" type="presParOf" srcId="{C0DBF817-240F-4D25-B48F-B3BA4F0BEE14}" destId="{2B7F4D00-C5F5-42E1-AAC6-B1C9EE4D939E}" srcOrd="0" destOrd="0" presId="urn:microsoft.com/office/officeart/2018/2/layout/IconCircleList"/>
    <dgm:cxn modelId="{5950052C-E348-41E8-9D18-393E5EDBF0A5}" type="presParOf" srcId="{C0DBF817-240F-4D25-B48F-B3BA4F0BEE14}" destId="{CEC4A235-D55D-45E1-8425-A2C0268D02DE}" srcOrd="1" destOrd="0" presId="urn:microsoft.com/office/officeart/2018/2/layout/IconCircleList"/>
    <dgm:cxn modelId="{C7D448E1-BBCC-4175-9E70-6D714F99EF32}" type="presParOf" srcId="{C0DBF817-240F-4D25-B48F-B3BA4F0BEE14}" destId="{9F9D901C-2FE4-4034-8627-9921463AB671}" srcOrd="2" destOrd="0" presId="urn:microsoft.com/office/officeart/2018/2/layout/IconCircleList"/>
    <dgm:cxn modelId="{F0D809ED-E213-4CC3-8C8A-7940A80AF001}" type="presParOf" srcId="{C0DBF817-240F-4D25-B48F-B3BA4F0BEE14}" destId="{CF76E7E0-B047-40FE-BA2A-9416C6A5882E}" srcOrd="3" destOrd="0" presId="urn:microsoft.com/office/officeart/2018/2/layout/IconCircleList"/>
    <dgm:cxn modelId="{E37B7E75-488A-41AF-A079-FEBC3295B2F5}" type="presParOf" srcId="{3CF08548-866D-4C6D-B5CB-32964EB536A3}" destId="{0213B901-8D38-4B07-9339-D4D90C7F6239}" srcOrd="7" destOrd="0" presId="urn:microsoft.com/office/officeart/2018/2/layout/IconCircleList"/>
    <dgm:cxn modelId="{4F0DA756-D1EF-4D70-A1B2-72F20EA751FE}" type="presParOf" srcId="{3CF08548-866D-4C6D-B5CB-32964EB536A3}" destId="{8358E499-7E2A-47BE-873B-C1978A5DE203}" srcOrd="8" destOrd="0" presId="urn:microsoft.com/office/officeart/2018/2/layout/IconCircleList"/>
    <dgm:cxn modelId="{4990163D-621B-4841-9A34-7065CE1CA7B9}" type="presParOf" srcId="{8358E499-7E2A-47BE-873B-C1978A5DE203}" destId="{7E15B383-3F0D-4316-9598-306782A54A76}" srcOrd="0" destOrd="0" presId="urn:microsoft.com/office/officeart/2018/2/layout/IconCircleList"/>
    <dgm:cxn modelId="{67536D08-04CC-4F25-B5F6-AE59981AF96F}" type="presParOf" srcId="{8358E499-7E2A-47BE-873B-C1978A5DE203}" destId="{4082682C-02C8-4DFF-9225-451599B19FFF}" srcOrd="1" destOrd="0" presId="urn:microsoft.com/office/officeart/2018/2/layout/IconCircleList"/>
    <dgm:cxn modelId="{B607BD54-FA29-4A94-A760-4BA21A630C4F}" type="presParOf" srcId="{8358E499-7E2A-47BE-873B-C1978A5DE203}" destId="{ECCA2768-1565-4A7E-869D-BAFDF2D31D05}" srcOrd="2" destOrd="0" presId="urn:microsoft.com/office/officeart/2018/2/layout/IconCircleList"/>
    <dgm:cxn modelId="{E42CD91A-6530-4BF9-9E7D-CD465CF56E8B}" type="presParOf" srcId="{8358E499-7E2A-47BE-873B-C1978A5DE203}" destId="{EC0750FF-69F6-4A3E-910C-1AB82D36CF48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3.xml><?xml version="1.0" encoding="utf-8"?>
<dgm:dataModel xmlns:dgm="http://schemas.openxmlformats.org/drawingml/2006/diagram" xmlns:a="http://schemas.openxmlformats.org/drawingml/2006/main">
  <dgm:ptLst>
    <dgm:pt modelId="{EA8E4223-9E87-4E98-BB49-995C02EA2F66}" type="doc">
      <dgm:prSet loTypeId="urn:microsoft.com/office/officeart/2018/2/layout/IconCircleList" loCatId="icon" qsTypeId="urn:microsoft.com/office/officeart/2005/8/quickstyle/simple1" qsCatId="simple" csTypeId="urn:microsoft.com/office/officeart/2018/5/colors/Iconchunking_coloredtext_colorful1" csCatId="colorful" phldr="1"/>
      <dgm:spPr/>
      <dgm:t>
        <a:bodyPr/>
        <a:lstStyle/>
        <a:p>
          <a:endParaRPr lang="en-US"/>
        </a:p>
      </dgm:t>
    </dgm:pt>
    <dgm:pt modelId="{DE5A15EE-D5F9-493E-ACFC-9981A465533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dirty="0"/>
            <a:t>Project Bob was proudly introduced at IBM </a:t>
          </a:r>
          <a:r>
            <a:rPr lang="en-US" b="1" dirty="0" err="1"/>
            <a:t>TechXchange</a:t>
          </a:r>
          <a:r>
            <a:rPr lang="en-US" b="1" dirty="0"/>
            <a:t> 2025</a:t>
          </a:r>
        </a:p>
      </dgm:t>
    </dgm:pt>
    <dgm:pt modelId="{ED299AD5-5AC5-488F-9AE2-45D1D61B9B81}" type="parTrans" cxnId="{1A00950D-BCA2-4CE7-9FD2-7E471988A7BB}">
      <dgm:prSet/>
      <dgm:spPr/>
      <dgm:t>
        <a:bodyPr/>
        <a:lstStyle/>
        <a:p>
          <a:endParaRPr lang="en-US" b="1"/>
        </a:p>
      </dgm:t>
    </dgm:pt>
    <dgm:pt modelId="{68BFCCF3-40A7-44E9-A759-0DA86F4F19B0}" type="sibTrans" cxnId="{1A00950D-BCA2-4CE7-9FD2-7E471988A7BB}">
      <dgm:prSet/>
      <dgm:spPr/>
      <dgm:t>
        <a:bodyPr/>
        <a:lstStyle/>
        <a:p>
          <a:pPr>
            <a:lnSpc>
              <a:spcPct val="100000"/>
            </a:lnSpc>
          </a:pPr>
          <a:endParaRPr lang="en-US" b="1"/>
        </a:p>
      </dgm:t>
    </dgm:pt>
    <dgm:pt modelId="{7CB02B72-79F8-40EB-B767-C50BEFE7C5B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dirty="0"/>
            <a:t>Special thanks to:</a:t>
          </a:r>
        </a:p>
        <a:p>
          <a:pPr>
            <a:lnSpc>
              <a:spcPct val="100000"/>
            </a:lnSpc>
          </a:pPr>
          <a:r>
            <a:rPr lang="en-US" b="1" dirty="0"/>
            <a:t>Neel Sundaresan , Dinesh Nirmal</a:t>
          </a:r>
        </a:p>
      </dgm:t>
    </dgm:pt>
    <dgm:pt modelId="{D8D2EFB2-56AE-46D9-9FB2-C193772C9D57}" type="parTrans" cxnId="{35B6822A-CDA8-43B7-A9CC-EEC4FCC53201}">
      <dgm:prSet/>
      <dgm:spPr/>
      <dgm:t>
        <a:bodyPr/>
        <a:lstStyle/>
        <a:p>
          <a:endParaRPr lang="en-US" b="1"/>
        </a:p>
      </dgm:t>
    </dgm:pt>
    <dgm:pt modelId="{1447FD7E-520C-46F2-9C8A-5DB16F53499A}" type="sibTrans" cxnId="{35B6822A-CDA8-43B7-A9CC-EEC4FCC53201}">
      <dgm:prSet/>
      <dgm:spPr/>
      <dgm:t>
        <a:bodyPr/>
        <a:lstStyle/>
        <a:p>
          <a:pPr>
            <a:lnSpc>
              <a:spcPct val="100000"/>
            </a:lnSpc>
          </a:pPr>
          <a:endParaRPr lang="en-US" b="1"/>
        </a:p>
      </dgm:t>
    </dgm:pt>
    <dgm:pt modelId="{F19E2803-46C8-4609-B083-4ECCB82A336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The IBM Project Bob Team – For reimagining the developer experience</a:t>
          </a:r>
          <a:endParaRPr lang="en-US" b="1" dirty="0"/>
        </a:p>
      </dgm:t>
    </dgm:pt>
    <dgm:pt modelId="{13F2FFAA-7848-4520-B506-E1F5A542F64A}" type="parTrans" cxnId="{7BBD3DD1-0A3D-47AB-ABB3-1A50F2976859}">
      <dgm:prSet/>
      <dgm:spPr/>
      <dgm:t>
        <a:bodyPr/>
        <a:lstStyle/>
        <a:p>
          <a:endParaRPr lang="en-US" b="1"/>
        </a:p>
      </dgm:t>
    </dgm:pt>
    <dgm:pt modelId="{D97FD534-FBA3-4C94-9465-72A06AF5C185}" type="sibTrans" cxnId="{7BBD3DD1-0A3D-47AB-ABB3-1A50F2976859}">
      <dgm:prSet/>
      <dgm:spPr/>
      <dgm:t>
        <a:bodyPr/>
        <a:lstStyle/>
        <a:p>
          <a:pPr>
            <a:lnSpc>
              <a:spcPct val="100000"/>
            </a:lnSpc>
          </a:pPr>
          <a:endParaRPr lang="en-US" b="1"/>
        </a:p>
      </dgm:t>
    </dgm:pt>
    <dgm:pt modelId="{5638A8AF-E0C5-418B-9E6F-FBF5F7659C4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Built for developers, by developers — and for the entire software community</a:t>
          </a:r>
          <a:endParaRPr lang="en-US" b="1" dirty="0"/>
        </a:p>
      </dgm:t>
    </dgm:pt>
    <dgm:pt modelId="{EE0C71D1-CDD3-4793-B602-64E049E0C2CF}" type="parTrans" cxnId="{2FA7BA2F-3AB8-485A-B0EC-05C8258032DC}">
      <dgm:prSet/>
      <dgm:spPr/>
      <dgm:t>
        <a:bodyPr/>
        <a:lstStyle/>
        <a:p>
          <a:endParaRPr lang="en-US" b="1"/>
        </a:p>
      </dgm:t>
    </dgm:pt>
    <dgm:pt modelId="{375B61E5-7A1C-4549-B414-A4865FD1428C}" type="sibTrans" cxnId="{2FA7BA2F-3AB8-485A-B0EC-05C8258032DC}">
      <dgm:prSet/>
      <dgm:spPr/>
      <dgm:t>
        <a:bodyPr/>
        <a:lstStyle/>
        <a:p>
          <a:endParaRPr lang="en-US" b="1"/>
        </a:p>
      </dgm:t>
    </dgm:pt>
    <dgm:pt modelId="{77F4BD84-3B79-4E51-8AAC-089C62E70747}" type="pres">
      <dgm:prSet presAssocID="{EA8E4223-9E87-4E98-BB49-995C02EA2F66}" presName="root" presStyleCnt="0">
        <dgm:presLayoutVars>
          <dgm:dir/>
          <dgm:resizeHandles val="exact"/>
        </dgm:presLayoutVars>
      </dgm:prSet>
      <dgm:spPr/>
    </dgm:pt>
    <dgm:pt modelId="{E7097F48-BF34-4478-9A54-5F8F71FBA711}" type="pres">
      <dgm:prSet presAssocID="{EA8E4223-9E87-4E98-BB49-995C02EA2F66}" presName="container" presStyleCnt="0">
        <dgm:presLayoutVars>
          <dgm:dir/>
          <dgm:resizeHandles val="exact"/>
        </dgm:presLayoutVars>
      </dgm:prSet>
      <dgm:spPr/>
    </dgm:pt>
    <dgm:pt modelId="{A56F8F22-8A47-4BB7-A0FF-4AD1FB72C486}" type="pres">
      <dgm:prSet presAssocID="{DE5A15EE-D5F9-493E-ACFC-9981A4655335}" presName="compNode" presStyleCnt="0"/>
      <dgm:spPr/>
    </dgm:pt>
    <dgm:pt modelId="{771C59AC-E0B9-4072-A063-E9187948134B}" type="pres">
      <dgm:prSet presAssocID="{DE5A15EE-D5F9-493E-ACFC-9981A4655335}" presName="iconBgRect" presStyleLbl="bgShp" presStyleIdx="0" presStyleCnt="4"/>
      <dgm:spPr/>
    </dgm:pt>
    <dgm:pt modelId="{957E9C88-9101-4ECA-8099-DAD7D65B153F}" type="pres">
      <dgm:prSet presAssocID="{DE5A15EE-D5F9-493E-ACFC-9981A4655335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lloons"/>
        </a:ext>
      </dgm:extLst>
    </dgm:pt>
    <dgm:pt modelId="{8BC7BAD2-D22F-48DF-AD17-40C6B202C84D}" type="pres">
      <dgm:prSet presAssocID="{DE5A15EE-D5F9-493E-ACFC-9981A4655335}" presName="spaceRect" presStyleCnt="0"/>
      <dgm:spPr/>
    </dgm:pt>
    <dgm:pt modelId="{1C1B69E9-FF40-4EC6-A0D1-6977F79FA28F}" type="pres">
      <dgm:prSet presAssocID="{DE5A15EE-D5F9-493E-ACFC-9981A4655335}" presName="textRect" presStyleLbl="revTx" presStyleIdx="0" presStyleCnt="4">
        <dgm:presLayoutVars>
          <dgm:chMax val="1"/>
          <dgm:chPref val="1"/>
        </dgm:presLayoutVars>
      </dgm:prSet>
      <dgm:spPr/>
    </dgm:pt>
    <dgm:pt modelId="{2B778D77-E2E7-4936-BC3B-755F1CF2B816}" type="pres">
      <dgm:prSet presAssocID="{68BFCCF3-40A7-44E9-A759-0DA86F4F19B0}" presName="sibTrans" presStyleLbl="sibTrans2D1" presStyleIdx="0" presStyleCnt="0"/>
      <dgm:spPr/>
    </dgm:pt>
    <dgm:pt modelId="{E646913E-4C86-4036-BA89-95214FD804DE}" type="pres">
      <dgm:prSet presAssocID="{7CB02B72-79F8-40EB-B767-C50BEFE7C5B8}" presName="compNode" presStyleCnt="0"/>
      <dgm:spPr/>
    </dgm:pt>
    <dgm:pt modelId="{766F1CF9-7607-419A-862B-5E7EADC4BDAD}" type="pres">
      <dgm:prSet presAssocID="{7CB02B72-79F8-40EB-B767-C50BEFE7C5B8}" presName="iconBgRect" presStyleLbl="bgShp" presStyleIdx="1" presStyleCnt="4"/>
      <dgm:spPr/>
    </dgm:pt>
    <dgm:pt modelId="{8604E38C-A671-45B3-A51F-B9CAA9011175}" type="pres">
      <dgm:prSet presAssocID="{7CB02B72-79F8-40EB-B767-C50BEFE7C5B8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miling Face with No Fill"/>
        </a:ext>
      </dgm:extLst>
    </dgm:pt>
    <dgm:pt modelId="{3DD0A327-6A75-4617-85C5-5F9C234E9390}" type="pres">
      <dgm:prSet presAssocID="{7CB02B72-79F8-40EB-B767-C50BEFE7C5B8}" presName="spaceRect" presStyleCnt="0"/>
      <dgm:spPr/>
    </dgm:pt>
    <dgm:pt modelId="{A1B2C60C-8915-42D4-8027-119032C1B584}" type="pres">
      <dgm:prSet presAssocID="{7CB02B72-79F8-40EB-B767-C50BEFE7C5B8}" presName="textRect" presStyleLbl="revTx" presStyleIdx="1" presStyleCnt="4">
        <dgm:presLayoutVars>
          <dgm:chMax val="1"/>
          <dgm:chPref val="1"/>
        </dgm:presLayoutVars>
      </dgm:prSet>
      <dgm:spPr/>
    </dgm:pt>
    <dgm:pt modelId="{1C1984A0-F6EB-468F-9B18-81110150C0E2}" type="pres">
      <dgm:prSet presAssocID="{1447FD7E-520C-46F2-9C8A-5DB16F53499A}" presName="sibTrans" presStyleLbl="sibTrans2D1" presStyleIdx="0" presStyleCnt="0"/>
      <dgm:spPr/>
    </dgm:pt>
    <dgm:pt modelId="{FD2D0933-E439-46A1-A430-018192FB15ED}" type="pres">
      <dgm:prSet presAssocID="{F19E2803-46C8-4609-B083-4ECCB82A336A}" presName="compNode" presStyleCnt="0"/>
      <dgm:spPr/>
    </dgm:pt>
    <dgm:pt modelId="{C13B7861-C1DE-4CF4-B1E4-D5F516C2D5E6}" type="pres">
      <dgm:prSet presAssocID="{F19E2803-46C8-4609-B083-4ECCB82A336A}" presName="iconBgRect" presStyleLbl="bgShp" presStyleIdx="2" presStyleCnt="4"/>
      <dgm:spPr/>
    </dgm:pt>
    <dgm:pt modelId="{161800B3-8503-45C5-BA87-7C5A102585CB}" type="pres">
      <dgm:prSet presAssocID="{F19E2803-46C8-4609-B083-4ECCB82A336A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grammer"/>
        </a:ext>
      </dgm:extLst>
    </dgm:pt>
    <dgm:pt modelId="{46604218-1ED4-4F03-A40D-279809C204DD}" type="pres">
      <dgm:prSet presAssocID="{F19E2803-46C8-4609-B083-4ECCB82A336A}" presName="spaceRect" presStyleCnt="0"/>
      <dgm:spPr/>
    </dgm:pt>
    <dgm:pt modelId="{ED2DB5B7-F43F-4C13-A789-2049F9E03569}" type="pres">
      <dgm:prSet presAssocID="{F19E2803-46C8-4609-B083-4ECCB82A336A}" presName="textRect" presStyleLbl="revTx" presStyleIdx="2" presStyleCnt="4">
        <dgm:presLayoutVars>
          <dgm:chMax val="1"/>
          <dgm:chPref val="1"/>
        </dgm:presLayoutVars>
      </dgm:prSet>
      <dgm:spPr/>
    </dgm:pt>
    <dgm:pt modelId="{5D51D44B-D2D3-4BE3-810E-CF725FD3ECFA}" type="pres">
      <dgm:prSet presAssocID="{D97FD534-FBA3-4C94-9465-72A06AF5C185}" presName="sibTrans" presStyleLbl="sibTrans2D1" presStyleIdx="0" presStyleCnt="0"/>
      <dgm:spPr/>
    </dgm:pt>
    <dgm:pt modelId="{37BF5A32-DB2A-4D8E-9FC7-1CB9CEF576CC}" type="pres">
      <dgm:prSet presAssocID="{5638A8AF-E0C5-418B-9E6F-FBF5F7659C41}" presName="compNode" presStyleCnt="0"/>
      <dgm:spPr/>
    </dgm:pt>
    <dgm:pt modelId="{9B5A131D-0592-4869-BC82-9F2F7439D52E}" type="pres">
      <dgm:prSet presAssocID="{5638A8AF-E0C5-418B-9E6F-FBF5F7659C41}" presName="iconBgRect" presStyleLbl="bgShp" presStyleIdx="3" presStyleCnt="4"/>
      <dgm:spPr/>
    </dgm:pt>
    <dgm:pt modelId="{870AE828-3902-4E4A-8A1A-22BFFAB78FB0}" type="pres">
      <dgm:prSet presAssocID="{5638A8AF-E0C5-418B-9E6F-FBF5F7659C41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erver"/>
        </a:ext>
      </dgm:extLst>
    </dgm:pt>
    <dgm:pt modelId="{A0F9EE3F-34CF-47E5-A200-E07977CA7FE1}" type="pres">
      <dgm:prSet presAssocID="{5638A8AF-E0C5-418B-9E6F-FBF5F7659C41}" presName="spaceRect" presStyleCnt="0"/>
      <dgm:spPr/>
    </dgm:pt>
    <dgm:pt modelId="{80FD77FE-9255-465C-99F6-34FFBD1BD078}" type="pres">
      <dgm:prSet presAssocID="{5638A8AF-E0C5-418B-9E6F-FBF5F7659C41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1889BB05-8CF9-4A76-A0B5-EE3AC89B5649}" type="presOf" srcId="{7CB02B72-79F8-40EB-B767-C50BEFE7C5B8}" destId="{A1B2C60C-8915-42D4-8027-119032C1B584}" srcOrd="0" destOrd="0" presId="urn:microsoft.com/office/officeart/2018/2/layout/IconCircleList"/>
    <dgm:cxn modelId="{1A00950D-BCA2-4CE7-9FD2-7E471988A7BB}" srcId="{EA8E4223-9E87-4E98-BB49-995C02EA2F66}" destId="{DE5A15EE-D5F9-493E-ACFC-9981A4655335}" srcOrd="0" destOrd="0" parTransId="{ED299AD5-5AC5-488F-9AE2-45D1D61B9B81}" sibTransId="{68BFCCF3-40A7-44E9-A759-0DA86F4F19B0}"/>
    <dgm:cxn modelId="{BD815E18-D048-4F81-9BAB-BD2050C26F1D}" type="presOf" srcId="{D97FD534-FBA3-4C94-9465-72A06AF5C185}" destId="{5D51D44B-D2D3-4BE3-810E-CF725FD3ECFA}" srcOrd="0" destOrd="0" presId="urn:microsoft.com/office/officeart/2018/2/layout/IconCircleList"/>
    <dgm:cxn modelId="{AC760221-2A38-476F-BAF1-B80BB6BEF2B7}" type="presOf" srcId="{DE5A15EE-D5F9-493E-ACFC-9981A4655335}" destId="{1C1B69E9-FF40-4EC6-A0D1-6977F79FA28F}" srcOrd="0" destOrd="0" presId="urn:microsoft.com/office/officeart/2018/2/layout/IconCircleList"/>
    <dgm:cxn modelId="{E5E9E221-32EC-46A9-9F19-A5B4D0B7CAA2}" type="presOf" srcId="{F19E2803-46C8-4609-B083-4ECCB82A336A}" destId="{ED2DB5B7-F43F-4C13-A789-2049F9E03569}" srcOrd="0" destOrd="0" presId="urn:microsoft.com/office/officeart/2018/2/layout/IconCircleList"/>
    <dgm:cxn modelId="{35B6822A-CDA8-43B7-A9CC-EEC4FCC53201}" srcId="{EA8E4223-9E87-4E98-BB49-995C02EA2F66}" destId="{7CB02B72-79F8-40EB-B767-C50BEFE7C5B8}" srcOrd="1" destOrd="0" parTransId="{D8D2EFB2-56AE-46D9-9FB2-C193772C9D57}" sibTransId="{1447FD7E-520C-46F2-9C8A-5DB16F53499A}"/>
    <dgm:cxn modelId="{0E29922D-0E47-4A0F-B277-5E1462E89BAC}" type="presOf" srcId="{68BFCCF3-40A7-44E9-A759-0DA86F4F19B0}" destId="{2B778D77-E2E7-4936-BC3B-755F1CF2B816}" srcOrd="0" destOrd="0" presId="urn:microsoft.com/office/officeart/2018/2/layout/IconCircleList"/>
    <dgm:cxn modelId="{2FA7BA2F-3AB8-485A-B0EC-05C8258032DC}" srcId="{EA8E4223-9E87-4E98-BB49-995C02EA2F66}" destId="{5638A8AF-E0C5-418B-9E6F-FBF5F7659C41}" srcOrd="3" destOrd="0" parTransId="{EE0C71D1-CDD3-4793-B602-64E049E0C2CF}" sibTransId="{375B61E5-7A1C-4549-B414-A4865FD1428C}"/>
    <dgm:cxn modelId="{1354D931-38EC-4BC9-B758-F85F572C52B4}" type="presOf" srcId="{5638A8AF-E0C5-418B-9E6F-FBF5F7659C41}" destId="{80FD77FE-9255-465C-99F6-34FFBD1BD078}" srcOrd="0" destOrd="0" presId="urn:microsoft.com/office/officeart/2018/2/layout/IconCircleList"/>
    <dgm:cxn modelId="{1D4BEA6D-4B8F-43AA-82D9-E3F75FBF937C}" type="presOf" srcId="{1447FD7E-520C-46F2-9C8A-5DB16F53499A}" destId="{1C1984A0-F6EB-468F-9B18-81110150C0E2}" srcOrd="0" destOrd="0" presId="urn:microsoft.com/office/officeart/2018/2/layout/IconCircleList"/>
    <dgm:cxn modelId="{7BBD3DD1-0A3D-47AB-ABB3-1A50F2976859}" srcId="{EA8E4223-9E87-4E98-BB49-995C02EA2F66}" destId="{F19E2803-46C8-4609-B083-4ECCB82A336A}" srcOrd="2" destOrd="0" parTransId="{13F2FFAA-7848-4520-B506-E1F5A542F64A}" sibTransId="{D97FD534-FBA3-4C94-9465-72A06AF5C185}"/>
    <dgm:cxn modelId="{927EB9DD-8E1F-414B-A033-E6F50C851978}" type="presOf" srcId="{EA8E4223-9E87-4E98-BB49-995C02EA2F66}" destId="{77F4BD84-3B79-4E51-8AAC-089C62E70747}" srcOrd="0" destOrd="0" presId="urn:microsoft.com/office/officeart/2018/2/layout/IconCircleList"/>
    <dgm:cxn modelId="{16A55D50-C3CC-4727-9473-17353FC4487F}" type="presParOf" srcId="{77F4BD84-3B79-4E51-8AAC-089C62E70747}" destId="{E7097F48-BF34-4478-9A54-5F8F71FBA711}" srcOrd="0" destOrd="0" presId="urn:microsoft.com/office/officeart/2018/2/layout/IconCircleList"/>
    <dgm:cxn modelId="{DFC27D12-AAB5-434E-9CC3-FC52BE974FE1}" type="presParOf" srcId="{E7097F48-BF34-4478-9A54-5F8F71FBA711}" destId="{A56F8F22-8A47-4BB7-A0FF-4AD1FB72C486}" srcOrd="0" destOrd="0" presId="urn:microsoft.com/office/officeart/2018/2/layout/IconCircleList"/>
    <dgm:cxn modelId="{34984089-F989-40BC-B307-D6FEACE7D0E2}" type="presParOf" srcId="{A56F8F22-8A47-4BB7-A0FF-4AD1FB72C486}" destId="{771C59AC-E0B9-4072-A063-E9187948134B}" srcOrd="0" destOrd="0" presId="urn:microsoft.com/office/officeart/2018/2/layout/IconCircleList"/>
    <dgm:cxn modelId="{D743BFBF-1FB5-4F18-88CF-09098C68BED8}" type="presParOf" srcId="{A56F8F22-8A47-4BB7-A0FF-4AD1FB72C486}" destId="{957E9C88-9101-4ECA-8099-DAD7D65B153F}" srcOrd="1" destOrd="0" presId="urn:microsoft.com/office/officeart/2018/2/layout/IconCircleList"/>
    <dgm:cxn modelId="{683954FE-91CF-45E3-9F67-4CB10E309BD0}" type="presParOf" srcId="{A56F8F22-8A47-4BB7-A0FF-4AD1FB72C486}" destId="{8BC7BAD2-D22F-48DF-AD17-40C6B202C84D}" srcOrd="2" destOrd="0" presId="urn:microsoft.com/office/officeart/2018/2/layout/IconCircleList"/>
    <dgm:cxn modelId="{F2CAFD63-4BFC-497A-9ABE-05E1CA4F887F}" type="presParOf" srcId="{A56F8F22-8A47-4BB7-A0FF-4AD1FB72C486}" destId="{1C1B69E9-FF40-4EC6-A0D1-6977F79FA28F}" srcOrd="3" destOrd="0" presId="urn:microsoft.com/office/officeart/2018/2/layout/IconCircleList"/>
    <dgm:cxn modelId="{164CEE9A-EF74-45A5-B549-E4B7F68FBD6A}" type="presParOf" srcId="{E7097F48-BF34-4478-9A54-5F8F71FBA711}" destId="{2B778D77-E2E7-4936-BC3B-755F1CF2B816}" srcOrd="1" destOrd="0" presId="urn:microsoft.com/office/officeart/2018/2/layout/IconCircleList"/>
    <dgm:cxn modelId="{70C7DA57-72E7-434E-B277-21EF6C10D187}" type="presParOf" srcId="{E7097F48-BF34-4478-9A54-5F8F71FBA711}" destId="{E646913E-4C86-4036-BA89-95214FD804DE}" srcOrd="2" destOrd="0" presId="urn:microsoft.com/office/officeart/2018/2/layout/IconCircleList"/>
    <dgm:cxn modelId="{EC15CAAE-0633-4B9B-9BD1-B8B65EDBC574}" type="presParOf" srcId="{E646913E-4C86-4036-BA89-95214FD804DE}" destId="{766F1CF9-7607-419A-862B-5E7EADC4BDAD}" srcOrd="0" destOrd="0" presId="urn:microsoft.com/office/officeart/2018/2/layout/IconCircleList"/>
    <dgm:cxn modelId="{28B77310-C810-4467-BBD3-4632A6E7B2AF}" type="presParOf" srcId="{E646913E-4C86-4036-BA89-95214FD804DE}" destId="{8604E38C-A671-45B3-A51F-B9CAA9011175}" srcOrd="1" destOrd="0" presId="urn:microsoft.com/office/officeart/2018/2/layout/IconCircleList"/>
    <dgm:cxn modelId="{27C1F3B6-A141-4235-936B-36B18C213E3B}" type="presParOf" srcId="{E646913E-4C86-4036-BA89-95214FD804DE}" destId="{3DD0A327-6A75-4617-85C5-5F9C234E9390}" srcOrd="2" destOrd="0" presId="urn:microsoft.com/office/officeart/2018/2/layout/IconCircleList"/>
    <dgm:cxn modelId="{32338BE0-AF7A-4BC1-8E8E-D0DF5E2148FC}" type="presParOf" srcId="{E646913E-4C86-4036-BA89-95214FD804DE}" destId="{A1B2C60C-8915-42D4-8027-119032C1B584}" srcOrd="3" destOrd="0" presId="urn:microsoft.com/office/officeart/2018/2/layout/IconCircleList"/>
    <dgm:cxn modelId="{626DB032-5014-4147-8CBF-02A4FDDF3AC2}" type="presParOf" srcId="{E7097F48-BF34-4478-9A54-5F8F71FBA711}" destId="{1C1984A0-F6EB-468F-9B18-81110150C0E2}" srcOrd="3" destOrd="0" presId="urn:microsoft.com/office/officeart/2018/2/layout/IconCircleList"/>
    <dgm:cxn modelId="{D4CE28A3-5011-4052-84D6-9D493DB4611E}" type="presParOf" srcId="{E7097F48-BF34-4478-9A54-5F8F71FBA711}" destId="{FD2D0933-E439-46A1-A430-018192FB15ED}" srcOrd="4" destOrd="0" presId="urn:microsoft.com/office/officeart/2018/2/layout/IconCircleList"/>
    <dgm:cxn modelId="{4AC5068F-EF53-4C18-BECC-9DBDA9CCA39E}" type="presParOf" srcId="{FD2D0933-E439-46A1-A430-018192FB15ED}" destId="{C13B7861-C1DE-4CF4-B1E4-D5F516C2D5E6}" srcOrd="0" destOrd="0" presId="urn:microsoft.com/office/officeart/2018/2/layout/IconCircleList"/>
    <dgm:cxn modelId="{B04A53BF-CBF5-40A0-9817-8E7C4EB892C4}" type="presParOf" srcId="{FD2D0933-E439-46A1-A430-018192FB15ED}" destId="{161800B3-8503-45C5-BA87-7C5A102585CB}" srcOrd="1" destOrd="0" presId="urn:microsoft.com/office/officeart/2018/2/layout/IconCircleList"/>
    <dgm:cxn modelId="{2356E244-E92A-4CC5-AC6D-0B0A9B39D59D}" type="presParOf" srcId="{FD2D0933-E439-46A1-A430-018192FB15ED}" destId="{46604218-1ED4-4F03-A40D-279809C204DD}" srcOrd="2" destOrd="0" presId="urn:microsoft.com/office/officeart/2018/2/layout/IconCircleList"/>
    <dgm:cxn modelId="{BDF06335-5BBD-4A12-88B8-DB09BAC0B002}" type="presParOf" srcId="{FD2D0933-E439-46A1-A430-018192FB15ED}" destId="{ED2DB5B7-F43F-4C13-A789-2049F9E03569}" srcOrd="3" destOrd="0" presId="urn:microsoft.com/office/officeart/2018/2/layout/IconCircleList"/>
    <dgm:cxn modelId="{39998262-2567-4637-8F9B-71D3E9B2A40D}" type="presParOf" srcId="{E7097F48-BF34-4478-9A54-5F8F71FBA711}" destId="{5D51D44B-D2D3-4BE3-810E-CF725FD3ECFA}" srcOrd="5" destOrd="0" presId="urn:microsoft.com/office/officeart/2018/2/layout/IconCircleList"/>
    <dgm:cxn modelId="{30927DA1-BA33-4A36-92F7-033878A924CC}" type="presParOf" srcId="{E7097F48-BF34-4478-9A54-5F8F71FBA711}" destId="{37BF5A32-DB2A-4D8E-9FC7-1CB9CEF576CC}" srcOrd="6" destOrd="0" presId="urn:microsoft.com/office/officeart/2018/2/layout/IconCircleList"/>
    <dgm:cxn modelId="{D2F5B2B3-0B41-4F3A-9A9D-5D736E636267}" type="presParOf" srcId="{37BF5A32-DB2A-4D8E-9FC7-1CB9CEF576CC}" destId="{9B5A131D-0592-4869-BC82-9F2F7439D52E}" srcOrd="0" destOrd="0" presId="urn:microsoft.com/office/officeart/2018/2/layout/IconCircleList"/>
    <dgm:cxn modelId="{879D90FB-E983-420E-AC61-C24FD81BF837}" type="presParOf" srcId="{37BF5A32-DB2A-4D8E-9FC7-1CB9CEF576CC}" destId="{870AE828-3902-4E4A-8A1A-22BFFAB78FB0}" srcOrd="1" destOrd="0" presId="urn:microsoft.com/office/officeart/2018/2/layout/IconCircleList"/>
    <dgm:cxn modelId="{F923CE22-C7B5-4AEC-8AEE-DD7D66D66B8F}" type="presParOf" srcId="{37BF5A32-DB2A-4D8E-9FC7-1CB9CEF576CC}" destId="{A0F9EE3F-34CF-47E5-A200-E07977CA7FE1}" srcOrd="2" destOrd="0" presId="urn:microsoft.com/office/officeart/2018/2/layout/IconCircleList"/>
    <dgm:cxn modelId="{03B8669F-F9D2-41C4-9BF1-391A7DC75145}" type="presParOf" srcId="{37BF5A32-DB2A-4D8E-9FC7-1CB9CEF576CC}" destId="{80FD77FE-9255-465C-99F6-34FFBD1BD078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4.xml><?xml version="1.0" encoding="utf-8"?>
<dgm:dataModel xmlns:dgm="http://schemas.openxmlformats.org/drawingml/2006/diagram" xmlns:a="http://schemas.openxmlformats.org/drawingml/2006/main">
  <dgm:ptLst>
    <dgm:pt modelId="{107C96E2-7463-484D-90C7-3131A0934ED7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coloredtext_colorful1" csCatId="colorful" phldr="1"/>
      <dgm:spPr/>
      <dgm:t>
        <a:bodyPr/>
        <a:lstStyle/>
        <a:p>
          <a:endParaRPr lang="en-US"/>
        </a:p>
      </dgm:t>
    </dgm:pt>
    <dgm:pt modelId="{74086AE1-EAD2-4441-819B-31244DFE71FC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IBM Announcement: </a:t>
          </a:r>
          <a:r>
            <a:rPr lang="en-US">
              <a:hlinkClick xmlns:r="http://schemas.openxmlformats.org/officeDocument/2006/relationships" r:id="rId1"/>
            </a:rPr>
            <a:t>https://www.ibm.com/new/announcements/ibm-project-bob</a:t>
          </a:r>
          <a:endParaRPr lang="en-US"/>
        </a:p>
      </dgm:t>
    </dgm:pt>
    <dgm:pt modelId="{7D4FBD91-26B6-47C4-A8C3-78DC862B3709}" type="parTrans" cxnId="{D13344A9-20C0-4456-855F-BB8B6CDFC137}">
      <dgm:prSet/>
      <dgm:spPr/>
      <dgm:t>
        <a:bodyPr/>
        <a:lstStyle/>
        <a:p>
          <a:endParaRPr lang="en-US"/>
        </a:p>
      </dgm:t>
    </dgm:pt>
    <dgm:pt modelId="{B2D0ABA6-FBFB-41B1-9B3C-512F73FB24B1}" type="sibTrans" cxnId="{D13344A9-20C0-4456-855F-BB8B6CDFC137}">
      <dgm:prSet/>
      <dgm:spPr/>
      <dgm:t>
        <a:bodyPr/>
        <a:lstStyle/>
        <a:p>
          <a:endParaRPr lang="en-US"/>
        </a:p>
      </dgm:t>
    </dgm:pt>
    <dgm:pt modelId="{7542C9CF-D9C2-4319-9ABD-670133497814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dirty="0"/>
            <a:t>Presented by Salman Shaikh</a:t>
          </a:r>
        </a:p>
      </dgm:t>
    </dgm:pt>
    <dgm:pt modelId="{E24F9B5B-7690-4D24-BEBC-8BE0376E1438}" type="parTrans" cxnId="{2F0BF9E1-86C8-4257-A24F-315A5A92535B}">
      <dgm:prSet/>
      <dgm:spPr/>
      <dgm:t>
        <a:bodyPr/>
        <a:lstStyle/>
        <a:p>
          <a:endParaRPr lang="en-US"/>
        </a:p>
      </dgm:t>
    </dgm:pt>
    <dgm:pt modelId="{A9948F84-7093-448F-87E7-D7FC57753AE9}" type="sibTrans" cxnId="{2F0BF9E1-86C8-4257-A24F-315A5A92535B}">
      <dgm:prSet/>
      <dgm:spPr/>
      <dgm:t>
        <a:bodyPr/>
        <a:lstStyle/>
        <a:p>
          <a:endParaRPr lang="en-US"/>
        </a:p>
      </dgm:t>
    </dgm:pt>
    <dgm:pt modelId="{9628C9C9-52B5-4882-B27E-BF84362DE4DA}" type="pres">
      <dgm:prSet presAssocID="{107C96E2-7463-484D-90C7-3131A0934ED7}" presName="root" presStyleCnt="0">
        <dgm:presLayoutVars>
          <dgm:dir/>
          <dgm:resizeHandles val="exact"/>
        </dgm:presLayoutVars>
      </dgm:prSet>
      <dgm:spPr/>
    </dgm:pt>
    <dgm:pt modelId="{C9D39FCB-DA04-46FE-9188-C908A1184E90}" type="pres">
      <dgm:prSet presAssocID="{74086AE1-EAD2-4441-819B-31244DFE71FC}" presName="compNode" presStyleCnt="0"/>
      <dgm:spPr/>
    </dgm:pt>
    <dgm:pt modelId="{066432E3-3F41-4CFB-814E-D803023BD406}" type="pres">
      <dgm:prSet presAssocID="{74086AE1-EAD2-4441-819B-31244DFE71FC}" presName="iconBgRect" presStyleLbl="bgShp" presStyleIdx="0" presStyleCnt="2"/>
      <dgm:spPr/>
    </dgm:pt>
    <dgm:pt modelId="{666CF021-2543-4DE3-AC68-E1E05D530635}" type="pres">
      <dgm:prSet presAssocID="{74086AE1-EAD2-4441-819B-31244DFE71FC}" presName="iconRect" presStyleLbl="node1" presStyleIdx="0" presStyleCnt="2"/>
      <dgm:spPr>
        <a:blipFill>
          <a:blip xmlns:r="http://schemas.openxmlformats.org/officeDocument/2006/relationships"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egaphone"/>
        </a:ext>
      </dgm:extLst>
    </dgm:pt>
    <dgm:pt modelId="{1E82018D-945E-40FD-ABCB-2959D9E7E097}" type="pres">
      <dgm:prSet presAssocID="{74086AE1-EAD2-4441-819B-31244DFE71FC}" presName="spaceRect" presStyleCnt="0"/>
      <dgm:spPr/>
    </dgm:pt>
    <dgm:pt modelId="{31D62F87-8616-4E31-8EAF-B445F285BAF8}" type="pres">
      <dgm:prSet presAssocID="{74086AE1-EAD2-4441-819B-31244DFE71FC}" presName="textRect" presStyleLbl="revTx" presStyleIdx="0" presStyleCnt="2">
        <dgm:presLayoutVars>
          <dgm:chMax val="1"/>
          <dgm:chPref val="1"/>
        </dgm:presLayoutVars>
      </dgm:prSet>
      <dgm:spPr/>
    </dgm:pt>
    <dgm:pt modelId="{B105846A-7DDA-4360-8AD0-305F37100F88}" type="pres">
      <dgm:prSet presAssocID="{B2D0ABA6-FBFB-41B1-9B3C-512F73FB24B1}" presName="sibTrans" presStyleCnt="0"/>
      <dgm:spPr/>
    </dgm:pt>
    <dgm:pt modelId="{C8E5AFAE-EDCE-4178-8AED-CF4A033EB316}" type="pres">
      <dgm:prSet presAssocID="{7542C9CF-D9C2-4319-9ABD-670133497814}" presName="compNode" presStyleCnt="0"/>
      <dgm:spPr/>
    </dgm:pt>
    <dgm:pt modelId="{1C5BE557-0DEC-4E15-A827-3E9A246D39B6}" type="pres">
      <dgm:prSet presAssocID="{7542C9CF-D9C2-4319-9ABD-670133497814}" presName="iconBgRect" presStyleLbl="bgShp" presStyleIdx="1" presStyleCnt="2"/>
      <dgm:spPr/>
    </dgm:pt>
    <dgm:pt modelId="{55D7C72C-F574-4BE3-B455-CA0004634F58}" type="pres">
      <dgm:prSet presAssocID="{7542C9CF-D9C2-4319-9ABD-670133497814}" presName="iconRect" presStyleLbl="node1" presStyleIdx="1" presStyleCnt="2"/>
      <dgm:spPr>
        <a:blipFill>
          <a:blip xmlns:r="http://schemas.openxmlformats.org/officeDocument/2006/relationships"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rt"/>
        </a:ext>
      </dgm:extLst>
    </dgm:pt>
    <dgm:pt modelId="{1950FF42-6405-4B56-B2F9-249D9DD419AF}" type="pres">
      <dgm:prSet presAssocID="{7542C9CF-D9C2-4319-9ABD-670133497814}" presName="spaceRect" presStyleCnt="0"/>
      <dgm:spPr/>
    </dgm:pt>
    <dgm:pt modelId="{A1992D85-2125-4EFB-9C88-7FD59C04A3D6}" type="pres">
      <dgm:prSet presAssocID="{7542C9CF-D9C2-4319-9ABD-670133497814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D13344A9-20C0-4456-855F-BB8B6CDFC137}" srcId="{107C96E2-7463-484D-90C7-3131A0934ED7}" destId="{74086AE1-EAD2-4441-819B-31244DFE71FC}" srcOrd="0" destOrd="0" parTransId="{7D4FBD91-26B6-47C4-A8C3-78DC862B3709}" sibTransId="{B2D0ABA6-FBFB-41B1-9B3C-512F73FB24B1}"/>
    <dgm:cxn modelId="{0B0E65B7-E033-47E3-A0C3-E6E04925A684}" type="presOf" srcId="{7542C9CF-D9C2-4319-9ABD-670133497814}" destId="{A1992D85-2125-4EFB-9C88-7FD59C04A3D6}" srcOrd="0" destOrd="0" presId="urn:microsoft.com/office/officeart/2018/5/layout/IconCircleLabelList"/>
    <dgm:cxn modelId="{1E9A35BA-425C-4DC9-8214-26FC3D52C425}" type="presOf" srcId="{107C96E2-7463-484D-90C7-3131A0934ED7}" destId="{9628C9C9-52B5-4882-B27E-BF84362DE4DA}" srcOrd="0" destOrd="0" presId="urn:microsoft.com/office/officeart/2018/5/layout/IconCircleLabelList"/>
    <dgm:cxn modelId="{EE4F38DC-A62B-438D-AF91-D8C809043E8E}" type="presOf" srcId="{74086AE1-EAD2-4441-819B-31244DFE71FC}" destId="{31D62F87-8616-4E31-8EAF-B445F285BAF8}" srcOrd="0" destOrd="0" presId="urn:microsoft.com/office/officeart/2018/5/layout/IconCircleLabelList"/>
    <dgm:cxn modelId="{2F0BF9E1-86C8-4257-A24F-315A5A92535B}" srcId="{107C96E2-7463-484D-90C7-3131A0934ED7}" destId="{7542C9CF-D9C2-4319-9ABD-670133497814}" srcOrd="1" destOrd="0" parTransId="{E24F9B5B-7690-4D24-BEBC-8BE0376E1438}" sibTransId="{A9948F84-7093-448F-87E7-D7FC57753AE9}"/>
    <dgm:cxn modelId="{4CBC8D8C-CE72-4514-BDAA-85215F0EFD9B}" type="presParOf" srcId="{9628C9C9-52B5-4882-B27E-BF84362DE4DA}" destId="{C9D39FCB-DA04-46FE-9188-C908A1184E90}" srcOrd="0" destOrd="0" presId="urn:microsoft.com/office/officeart/2018/5/layout/IconCircleLabelList"/>
    <dgm:cxn modelId="{606A5910-B084-4F2C-8905-78FC9A8884EA}" type="presParOf" srcId="{C9D39FCB-DA04-46FE-9188-C908A1184E90}" destId="{066432E3-3F41-4CFB-814E-D803023BD406}" srcOrd="0" destOrd="0" presId="urn:microsoft.com/office/officeart/2018/5/layout/IconCircleLabelList"/>
    <dgm:cxn modelId="{223A8B60-729C-4888-A154-42C4EDF69A9A}" type="presParOf" srcId="{C9D39FCB-DA04-46FE-9188-C908A1184E90}" destId="{666CF021-2543-4DE3-AC68-E1E05D530635}" srcOrd="1" destOrd="0" presId="urn:microsoft.com/office/officeart/2018/5/layout/IconCircleLabelList"/>
    <dgm:cxn modelId="{06CE6266-020D-4AB9-BBFC-0A5BFFD0EEFE}" type="presParOf" srcId="{C9D39FCB-DA04-46FE-9188-C908A1184E90}" destId="{1E82018D-945E-40FD-ABCB-2959D9E7E097}" srcOrd="2" destOrd="0" presId="urn:microsoft.com/office/officeart/2018/5/layout/IconCircleLabelList"/>
    <dgm:cxn modelId="{7E0CA3AA-5BE8-4DC9-AA69-67AA0F62F3FC}" type="presParOf" srcId="{C9D39FCB-DA04-46FE-9188-C908A1184E90}" destId="{31D62F87-8616-4E31-8EAF-B445F285BAF8}" srcOrd="3" destOrd="0" presId="urn:microsoft.com/office/officeart/2018/5/layout/IconCircleLabelList"/>
    <dgm:cxn modelId="{9D1574B3-3E57-45C1-8BA2-D87938C93AE8}" type="presParOf" srcId="{9628C9C9-52B5-4882-B27E-BF84362DE4DA}" destId="{B105846A-7DDA-4360-8AD0-305F37100F88}" srcOrd="1" destOrd="0" presId="urn:microsoft.com/office/officeart/2018/5/layout/IconCircleLabelList"/>
    <dgm:cxn modelId="{E057CE18-3B9A-4E6C-A52F-683B84590316}" type="presParOf" srcId="{9628C9C9-52B5-4882-B27E-BF84362DE4DA}" destId="{C8E5AFAE-EDCE-4178-8AED-CF4A033EB316}" srcOrd="2" destOrd="0" presId="urn:microsoft.com/office/officeart/2018/5/layout/IconCircleLabelList"/>
    <dgm:cxn modelId="{149F2008-269B-4765-A1FD-32CC6216582C}" type="presParOf" srcId="{C8E5AFAE-EDCE-4178-8AED-CF4A033EB316}" destId="{1C5BE557-0DEC-4E15-A827-3E9A246D39B6}" srcOrd="0" destOrd="0" presId="urn:microsoft.com/office/officeart/2018/5/layout/IconCircleLabelList"/>
    <dgm:cxn modelId="{2AC931C2-A28F-49DF-AB30-FA8E949DFF32}" type="presParOf" srcId="{C8E5AFAE-EDCE-4178-8AED-CF4A033EB316}" destId="{55D7C72C-F574-4BE3-B455-CA0004634F58}" srcOrd="1" destOrd="0" presId="urn:microsoft.com/office/officeart/2018/5/layout/IconCircleLabelList"/>
    <dgm:cxn modelId="{6974C553-D0C3-410B-9AA7-9B975AD5A17D}" type="presParOf" srcId="{C8E5AFAE-EDCE-4178-8AED-CF4A033EB316}" destId="{1950FF42-6405-4B56-B2F9-249D9DD419AF}" srcOrd="2" destOrd="0" presId="urn:microsoft.com/office/officeart/2018/5/layout/IconCircleLabelList"/>
    <dgm:cxn modelId="{E0035950-B95C-42E4-B8F2-7836D7143D68}" type="presParOf" srcId="{C8E5AFAE-EDCE-4178-8AED-CF4A033EB316}" destId="{A1992D85-2125-4EFB-9C88-7FD59C04A3D6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952AEDA-F54B-4438-A2E0-F17D675E5B78}">
      <dsp:nvSpPr>
        <dsp:cNvPr id="0" name=""/>
        <dsp:cNvSpPr/>
      </dsp:nvSpPr>
      <dsp:spPr>
        <a:xfrm>
          <a:off x="18535" y="450978"/>
          <a:ext cx="1080124" cy="1080124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2A3C48E-331E-408D-82FC-2A1C9919F910}">
      <dsp:nvSpPr>
        <dsp:cNvPr id="0" name=""/>
        <dsp:cNvSpPr/>
      </dsp:nvSpPr>
      <dsp:spPr>
        <a:xfrm>
          <a:off x="245361" y="677804"/>
          <a:ext cx="626472" cy="62647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19F59C5-4E94-4D3E-8FF3-1D54EAE3B04B}">
      <dsp:nvSpPr>
        <dsp:cNvPr id="0" name=""/>
        <dsp:cNvSpPr/>
      </dsp:nvSpPr>
      <dsp:spPr>
        <a:xfrm>
          <a:off x="1330115" y="450978"/>
          <a:ext cx="2546008" cy="10801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Growing need for AI-assisted software development</a:t>
          </a:r>
        </a:p>
      </dsp:txBody>
      <dsp:txXfrm>
        <a:off x="1330115" y="450978"/>
        <a:ext cx="2546008" cy="1080124"/>
      </dsp:txXfrm>
    </dsp:sp>
    <dsp:sp modelId="{4DA7A842-A84F-4FC7-8A66-816C088596B3}">
      <dsp:nvSpPr>
        <dsp:cNvPr id="0" name=""/>
        <dsp:cNvSpPr/>
      </dsp:nvSpPr>
      <dsp:spPr>
        <a:xfrm>
          <a:off x="4319746" y="450978"/>
          <a:ext cx="1080124" cy="1080124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98838AA-2674-4522-A96A-5E2A138665CC}">
      <dsp:nvSpPr>
        <dsp:cNvPr id="0" name=""/>
        <dsp:cNvSpPr/>
      </dsp:nvSpPr>
      <dsp:spPr>
        <a:xfrm>
          <a:off x="4546573" y="677804"/>
          <a:ext cx="626472" cy="62647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51DC677-4653-4EF6-822D-E323804A9CFD}">
      <dsp:nvSpPr>
        <dsp:cNvPr id="0" name=""/>
        <dsp:cNvSpPr/>
      </dsp:nvSpPr>
      <dsp:spPr>
        <a:xfrm>
          <a:off x="5631327" y="450978"/>
          <a:ext cx="2546008" cy="10801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Enterprises face challenges in security, data integration, and governance</a:t>
          </a:r>
        </a:p>
      </dsp:txBody>
      <dsp:txXfrm>
        <a:off x="5631327" y="450978"/>
        <a:ext cx="2546008" cy="1080124"/>
      </dsp:txXfrm>
    </dsp:sp>
    <dsp:sp modelId="{F935933D-C532-4C7F-9495-7C42791E8FA9}">
      <dsp:nvSpPr>
        <dsp:cNvPr id="0" name=""/>
        <dsp:cNvSpPr/>
      </dsp:nvSpPr>
      <dsp:spPr>
        <a:xfrm>
          <a:off x="18535" y="2158301"/>
          <a:ext cx="1080124" cy="1080124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D2B859B-0312-4500-B490-D0A4E2C6F206}">
      <dsp:nvSpPr>
        <dsp:cNvPr id="0" name=""/>
        <dsp:cNvSpPr/>
      </dsp:nvSpPr>
      <dsp:spPr>
        <a:xfrm>
          <a:off x="245361" y="2385128"/>
          <a:ext cx="626472" cy="62647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6ABD2BD-C13C-491F-AD49-9252FF04D4AB}">
      <dsp:nvSpPr>
        <dsp:cNvPr id="0" name=""/>
        <dsp:cNvSpPr/>
      </dsp:nvSpPr>
      <dsp:spPr>
        <a:xfrm>
          <a:off x="1330115" y="2158301"/>
          <a:ext cx="2546008" cy="10801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Modernization of legacy systems remains a major obstacle</a:t>
          </a:r>
        </a:p>
      </dsp:txBody>
      <dsp:txXfrm>
        <a:off x="1330115" y="2158301"/>
        <a:ext cx="2546008" cy="1080124"/>
      </dsp:txXfrm>
    </dsp:sp>
    <dsp:sp modelId="{5AE75E2D-27B5-41EB-932F-E19AED0D4BBF}">
      <dsp:nvSpPr>
        <dsp:cNvPr id="0" name=""/>
        <dsp:cNvSpPr/>
      </dsp:nvSpPr>
      <dsp:spPr>
        <a:xfrm>
          <a:off x="4319746" y="2158301"/>
          <a:ext cx="1080124" cy="1080124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A525589-E940-4C4B-AC6D-550C0001D364}">
      <dsp:nvSpPr>
        <dsp:cNvPr id="0" name=""/>
        <dsp:cNvSpPr/>
      </dsp:nvSpPr>
      <dsp:spPr>
        <a:xfrm>
          <a:off x="4546573" y="2385128"/>
          <a:ext cx="626472" cy="626472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84E4147-CB62-4F09-935B-5ECAD78115C4}">
      <dsp:nvSpPr>
        <dsp:cNvPr id="0" name=""/>
        <dsp:cNvSpPr/>
      </dsp:nvSpPr>
      <dsp:spPr>
        <a:xfrm>
          <a:off x="5631327" y="2158301"/>
          <a:ext cx="2546008" cy="10801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Project Bob aims to bridge prototype-to-production gap</a:t>
          </a:r>
        </a:p>
      </dsp:txBody>
      <dsp:txXfrm>
        <a:off x="5631327" y="2158301"/>
        <a:ext cx="2546008" cy="108012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2C4D031-2362-4716-910C-5DDA62C8E541}">
      <dsp:nvSpPr>
        <dsp:cNvPr id="0" name=""/>
        <dsp:cNvSpPr/>
      </dsp:nvSpPr>
      <dsp:spPr>
        <a:xfrm>
          <a:off x="520435" y="944700"/>
          <a:ext cx="810000" cy="810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FC6C780-C71C-4321-943B-293BDD62294F}">
      <dsp:nvSpPr>
        <dsp:cNvPr id="0" name=""/>
        <dsp:cNvSpPr/>
      </dsp:nvSpPr>
      <dsp:spPr>
        <a:xfrm>
          <a:off x="25435" y="2024704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IBM unveiled Project Bob at IBM </a:t>
          </a:r>
          <a:r>
            <a:rPr lang="en-US" sz="1200" kern="1200" dirty="0" err="1"/>
            <a:t>TechXchange</a:t>
          </a:r>
          <a:r>
            <a:rPr lang="en-US" sz="1200" kern="1200" dirty="0"/>
            <a:t> 2025</a:t>
          </a:r>
        </a:p>
      </dsp:txBody>
      <dsp:txXfrm>
        <a:off x="25435" y="2024704"/>
        <a:ext cx="1800000" cy="720000"/>
      </dsp:txXfrm>
    </dsp:sp>
    <dsp:sp modelId="{99519F10-B0C6-47BB-B556-49D7AF8B857D}">
      <dsp:nvSpPr>
        <dsp:cNvPr id="0" name=""/>
        <dsp:cNvSpPr/>
      </dsp:nvSpPr>
      <dsp:spPr>
        <a:xfrm>
          <a:off x="2635435" y="944700"/>
          <a:ext cx="810000" cy="810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A263B31-1D66-4C6E-903A-D35CDE1A23A5}">
      <dsp:nvSpPr>
        <dsp:cNvPr id="0" name=""/>
        <dsp:cNvSpPr/>
      </dsp:nvSpPr>
      <dsp:spPr>
        <a:xfrm>
          <a:off x="2140435" y="2024704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Private preview, invitation-only waitlist</a:t>
          </a:r>
        </a:p>
      </dsp:txBody>
      <dsp:txXfrm>
        <a:off x="2140435" y="2024704"/>
        <a:ext cx="1800000" cy="720000"/>
      </dsp:txXfrm>
    </dsp:sp>
    <dsp:sp modelId="{F38D38A1-44BE-4132-9853-346E75682BBA}">
      <dsp:nvSpPr>
        <dsp:cNvPr id="0" name=""/>
        <dsp:cNvSpPr/>
      </dsp:nvSpPr>
      <dsp:spPr>
        <a:xfrm>
          <a:off x="4750435" y="944700"/>
          <a:ext cx="810000" cy="81000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14C56C6-C885-4053-9C60-0E02F7F20B45}">
      <dsp:nvSpPr>
        <dsp:cNvPr id="0" name=""/>
        <dsp:cNvSpPr/>
      </dsp:nvSpPr>
      <dsp:spPr>
        <a:xfrm>
          <a:off x="4255435" y="2024704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6,000 IBM developers using it internally</a:t>
          </a:r>
        </a:p>
      </dsp:txBody>
      <dsp:txXfrm>
        <a:off x="4255435" y="2024704"/>
        <a:ext cx="1800000" cy="720000"/>
      </dsp:txXfrm>
    </dsp:sp>
    <dsp:sp modelId="{A30CE0B0-D1A1-4BD4-AA43-87393CCB1039}">
      <dsp:nvSpPr>
        <dsp:cNvPr id="0" name=""/>
        <dsp:cNvSpPr/>
      </dsp:nvSpPr>
      <dsp:spPr>
        <a:xfrm>
          <a:off x="6865435" y="944700"/>
          <a:ext cx="810000" cy="81000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2EB4AD5-E727-4022-87DB-015D6480E4A6}">
      <dsp:nvSpPr>
        <dsp:cNvPr id="0" name=""/>
        <dsp:cNvSpPr/>
      </dsp:nvSpPr>
      <dsp:spPr>
        <a:xfrm>
          <a:off x="6370435" y="2024704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Part of broader AI/agentic ecosystem including </a:t>
          </a:r>
          <a:r>
            <a:rPr lang="en-US" sz="1200" kern="1200" dirty="0" err="1"/>
            <a:t>AgentOps</a:t>
          </a:r>
          <a:r>
            <a:rPr lang="en-US" sz="1200" kern="1200" dirty="0"/>
            <a:t> and </a:t>
          </a:r>
          <a:r>
            <a:rPr lang="en-US" sz="1200" kern="1200" dirty="0" err="1"/>
            <a:t>Langflow</a:t>
          </a:r>
          <a:r>
            <a:rPr lang="en-US" sz="1200" kern="1200" dirty="0"/>
            <a:t> integration</a:t>
          </a:r>
        </a:p>
      </dsp:txBody>
      <dsp:txXfrm>
        <a:off x="6370435" y="2024704"/>
        <a:ext cx="1800000" cy="72000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21608AB-6E51-4DC5-BAD6-A1C504BC0E3B}">
      <dsp:nvSpPr>
        <dsp:cNvPr id="0" name=""/>
        <dsp:cNvSpPr/>
      </dsp:nvSpPr>
      <dsp:spPr>
        <a:xfrm>
          <a:off x="376435" y="1016402"/>
          <a:ext cx="1098000" cy="1098000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72F93F3-3D03-496A-972D-636271F6B4A2}">
      <dsp:nvSpPr>
        <dsp:cNvPr id="0" name=""/>
        <dsp:cNvSpPr/>
      </dsp:nvSpPr>
      <dsp:spPr>
        <a:xfrm>
          <a:off x="610435" y="1250402"/>
          <a:ext cx="630000" cy="630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AF25B78-B056-4E5E-8223-0676E6A3D9B7}">
      <dsp:nvSpPr>
        <dsp:cNvPr id="0" name=""/>
        <dsp:cNvSpPr/>
      </dsp:nvSpPr>
      <dsp:spPr>
        <a:xfrm>
          <a:off x="25435" y="245640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200" kern="1200" dirty="0"/>
            <a:t>AI-first Integrated Development Environment (IDE)</a:t>
          </a:r>
        </a:p>
      </dsp:txBody>
      <dsp:txXfrm>
        <a:off x="25435" y="2456402"/>
        <a:ext cx="1800000" cy="720000"/>
      </dsp:txXfrm>
    </dsp:sp>
    <dsp:sp modelId="{5599BF52-A994-476B-9390-1110C6726423}">
      <dsp:nvSpPr>
        <dsp:cNvPr id="0" name=""/>
        <dsp:cNvSpPr/>
      </dsp:nvSpPr>
      <dsp:spPr>
        <a:xfrm>
          <a:off x="2491435" y="1016402"/>
          <a:ext cx="1098000" cy="1098000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35537DA-753A-4CDC-96AF-287203E17AD4}">
      <dsp:nvSpPr>
        <dsp:cNvPr id="0" name=""/>
        <dsp:cNvSpPr/>
      </dsp:nvSpPr>
      <dsp:spPr>
        <a:xfrm>
          <a:off x="2725435" y="1250402"/>
          <a:ext cx="630000" cy="630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58E4D6B-0218-4F30-97C2-B2A390622D8C}">
      <dsp:nvSpPr>
        <dsp:cNvPr id="0" name=""/>
        <dsp:cNvSpPr/>
      </dsp:nvSpPr>
      <dsp:spPr>
        <a:xfrm>
          <a:off x="2140435" y="245640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200" kern="1200" dirty="0"/>
            <a:t>Understands intent, codebase, and compliance standards</a:t>
          </a:r>
        </a:p>
      </dsp:txBody>
      <dsp:txXfrm>
        <a:off x="2140435" y="2456402"/>
        <a:ext cx="1800000" cy="720000"/>
      </dsp:txXfrm>
    </dsp:sp>
    <dsp:sp modelId="{7454BB32-6409-4123-84B2-701ABCDF0042}">
      <dsp:nvSpPr>
        <dsp:cNvPr id="0" name=""/>
        <dsp:cNvSpPr/>
      </dsp:nvSpPr>
      <dsp:spPr>
        <a:xfrm>
          <a:off x="4606435" y="1016402"/>
          <a:ext cx="1098000" cy="1098000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59239E8-F3E7-435D-8954-C8FB208A46E8}">
      <dsp:nvSpPr>
        <dsp:cNvPr id="0" name=""/>
        <dsp:cNvSpPr/>
      </dsp:nvSpPr>
      <dsp:spPr>
        <a:xfrm>
          <a:off x="4840435" y="1250402"/>
          <a:ext cx="630000" cy="63000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9532C96-3CFB-4FBE-81D4-6D51540630C9}">
      <dsp:nvSpPr>
        <dsp:cNvPr id="0" name=""/>
        <dsp:cNvSpPr/>
      </dsp:nvSpPr>
      <dsp:spPr>
        <a:xfrm>
          <a:off x="4255435" y="245640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200" kern="1200" dirty="0"/>
            <a:t>Supports architecture design, debugging, refactoring, and modernization</a:t>
          </a:r>
        </a:p>
      </dsp:txBody>
      <dsp:txXfrm>
        <a:off x="4255435" y="2456402"/>
        <a:ext cx="1800000" cy="720000"/>
      </dsp:txXfrm>
    </dsp:sp>
    <dsp:sp modelId="{64209ED2-1D3E-4ED7-AAE5-AED8B09C5451}">
      <dsp:nvSpPr>
        <dsp:cNvPr id="0" name=""/>
        <dsp:cNvSpPr/>
      </dsp:nvSpPr>
      <dsp:spPr>
        <a:xfrm>
          <a:off x="6721435" y="1016402"/>
          <a:ext cx="1098000" cy="1098000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B29B93B-15C3-4816-90E7-D22CDE7DFD42}">
      <dsp:nvSpPr>
        <dsp:cNvPr id="0" name=""/>
        <dsp:cNvSpPr/>
      </dsp:nvSpPr>
      <dsp:spPr>
        <a:xfrm>
          <a:off x="6955435" y="1250402"/>
          <a:ext cx="630000" cy="63000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B9BF580-E0E5-4051-A763-6EE2C773EE8A}">
      <dsp:nvSpPr>
        <dsp:cNvPr id="0" name=""/>
        <dsp:cNvSpPr/>
      </dsp:nvSpPr>
      <dsp:spPr>
        <a:xfrm>
          <a:off x="6370435" y="245640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200" kern="1200" dirty="0"/>
            <a:t>Switchable modes: Architect Mode and Code Mode</a:t>
          </a:r>
        </a:p>
      </dsp:txBody>
      <dsp:txXfrm>
        <a:off x="6370435" y="2456402"/>
        <a:ext cx="1800000" cy="72000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A9135A6-0FEC-43B4-BDC8-0A97E10F7A1E}">
      <dsp:nvSpPr>
        <dsp:cNvPr id="0" name=""/>
        <dsp:cNvSpPr/>
      </dsp:nvSpPr>
      <dsp:spPr>
        <a:xfrm>
          <a:off x="616935" y="1100"/>
          <a:ext cx="921683" cy="921683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0BDCF50-1E2B-4EA9-9D11-F84056AFA40D}">
      <dsp:nvSpPr>
        <dsp:cNvPr id="0" name=""/>
        <dsp:cNvSpPr/>
      </dsp:nvSpPr>
      <dsp:spPr>
        <a:xfrm>
          <a:off x="810488" y="194654"/>
          <a:ext cx="534576" cy="53457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1ED09BC-4A4F-423D-8BAC-FAACF39CE1DA}">
      <dsp:nvSpPr>
        <dsp:cNvPr id="0" name=""/>
        <dsp:cNvSpPr/>
      </dsp:nvSpPr>
      <dsp:spPr>
        <a:xfrm>
          <a:off x="1736122" y="1100"/>
          <a:ext cx="2172539" cy="92168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Agentic workflows for complex task decomposition</a:t>
          </a:r>
        </a:p>
      </dsp:txBody>
      <dsp:txXfrm>
        <a:off x="1736122" y="1100"/>
        <a:ext cx="2172539" cy="921683"/>
      </dsp:txXfrm>
    </dsp:sp>
    <dsp:sp modelId="{B9C5AFC8-5935-4649-8646-573D17862C80}">
      <dsp:nvSpPr>
        <dsp:cNvPr id="0" name=""/>
        <dsp:cNvSpPr/>
      </dsp:nvSpPr>
      <dsp:spPr>
        <a:xfrm>
          <a:off x="4287209" y="1100"/>
          <a:ext cx="921683" cy="921683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7BE8D6E-B6DE-49BD-BF92-403C9293C96D}">
      <dsp:nvSpPr>
        <dsp:cNvPr id="0" name=""/>
        <dsp:cNvSpPr/>
      </dsp:nvSpPr>
      <dsp:spPr>
        <a:xfrm>
          <a:off x="4480763" y="194654"/>
          <a:ext cx="534576" cy="53457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5DE1ABE-3838-487C-8FC8-F11257E56BAA}">
      <dsp:nvSpPr>
        <dsp:cNvPr id="0" name=""/>
        <dsp:cNvSpPr/>
      </dsp:nvSpPr>
      <dsp:spPr>
        <a:xfrm>
          <a:off x="5406396" y="1100"/>
          <a:ext cx="2172539" cy="92168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Multi-model orchestration (Claude, Llama, Mistral, IBM Granite)</a:t>
          </a:r>
        </a:p>
      </dsp:txBody>
      <dsp:txXfrm>
        <a:off x="5406396" y="1100"/>
        <a:ext cx="2172539" cy="921683"/>
      </dsp:txXfrm>
    </dsp:sp>
    <dsp:sp modelId="{E6D16774-CE7B-472C-B89A-0B46C61428E0}">
      <dsp:nvSpPr>
        <dsp:cNvPr id="0" name=""/>
        <dsp:cNvSpPr/>
      </dsp:nvSpPr>
      <dsp:spPr>
        <a:xfrm>
          <a:off x="616935" y="1635560"/>
          <a:ext cx="921683" cy="921683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B25B0E6-BB34-4683-A19B-AC494317D7B9}">
      <dsp:nvSpPr>
        <dsp:cNvPr id="0" name=""/>
        <dsp:cNvSpPr/>
      </dsp:nvSpPr>
      <dsp:spPr>
        <a:xfrm>
          <a:off x="810488" y="1829114"/>
          <a:ext cx="534576" cy="53457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BEFE1DB-778F-4E31-BDE2-7F7A3D9CF6E1}">
      <dsp:nvSpPr>
        <dsp:cNvPr id="0" name=""/>
        <dsp:cNvSpPr/>
      </dsp:nvSpPr>
      <dsp:spPr>
        <a:xfrm>
          <a:off x="1736122" y="1635560"/>
          <a:ext cx="2172539" cy="92168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Full repository context awareness</a:t>
          </a:r>
        </a:p>
      </dsp:txBody>
      <dsp:txXfrm>
        <a:off x="1736122" y="1635560"/>
        <a:ext cx="2172539" cy="921683"/>
      </dsp:txXfrm>
    </dsp:sp>
    <dsp:sp modelId="{4FDF376B-FF0B-4C8B-83A8-AB92243C9003}">
      <dsp:nvSpPr>
        <dsp:cNvPr id="0" name=""/>
        <dsp:cNvSpPr/>
      </dsp:nvSpPr>
      <dsp:spPr>
        <a:xfrm>
          <a:off x="4287209" y="1635560"/>
          <a:ext cx="921683" cy="921683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11E9F12-D7A2-49A9-ADC5-DD0B81BD2119}">
      <dsp:nvSpPr>
        <dsp:cNvPr id="0" name=""/>
        <dsp:cNvSpPr/>
      </dsp:nvSpPr>
      <dsp:spPr>
        <a:xfrm>
          <a:off x="4480763" y="1829114"/>
          <a:ext cx="534576" cy="534576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CE188C2-612D-4866-A914-0AF85CCB6FE8}">
      <dsp:nvSpPr>
        <dsp:cNvPr id="0" name=""/>
        <dsp:cNvSpPr/>
      </dsp:nvSpPr>
      <dsp:spPr>
        <a:xfrm>
          <a:off x="5406396" y="1635560"/>
          <a:ext cx="2172539" cy="92168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Inline vulnerability and compliance scanning</a:t>
          </a:r>
        </a:p>
      </dsp:txBody>
      <dsp:txXfrm>
        <a:off x="5406396" y="1635560"/>
        <a:ext cx="2172539" cy="921683"/>
      </dsp:txXfrm>
    </dsp:sp>
    <dsp:sp modelId="{1236E2DB-B92E-40B6-9F3F-17DF4D8092CD}">
      <dsp:nvSpPr>
        <dsp:cNvPr id="0" name=""/>
        <dsp:cNvSpPr/>
      </dsp:nvSpPr>
      <dsp:spPr>
        <a:xfrm>
          <a:off x="616935" y="3270020"/>
          <a:ext cx="921683" cy="921683"/>
        </a:xfrm>
        <a:prstGeom prst="ellips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FAE12CE-3399-41E7-B895-652EA53E867C}">
      <dsp:nvSpPr>
        <dsp:cNvPr id="0" name=""/>
        <dsp:cNvSpPr/>
      </dsp:nvSpPr>
      <dsp:spPr>
        <a:xfrm>
          <a:off x="810488" y="3463574"/>
          <a:ext cx="534576" cy="534576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C2D4742-C4EB-4D53-83AA-FE8814FDB5A0}">
      <dsp:nvSpPr>
        <dsp:cNvPr id="0" name=""/>
        <dsp:cNvSpPr/>
      </dsp:nvSpPr>
      <dsp:spPr>
        <a:xfrm>
          <a:off x="1736122" y="3270020"/>
          <a:ext cx="2172539" cy="92168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Modernization support for legacy frameworks</a:t>
          </a:r>
        </a:p>
      </dsp:txBody>
      <dsp:txXfrm>
        <a:off x="1736122" y="3270020"/>
        <a:ext cx="2172539" cy="921683"/>
      </dsp:txXfrm>
    </dsp:sp>
    <dsp:sp modelId="{40AA87A3-1ED4-4878-9257-A2A87DFE043D}">
      <dsp:nvSpPr>
        <dsp:cNvPr id="0" name=""/>
        <dsp:cNvSpPr/>
      </dsp:nvSpPr>
      <dsp:spPr>
        <a:xfrm>
          <a:off x="4287209" y="3270020"/>
          <a:ext cx="921683" cy="921683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F9BBC00-9EE4-4C0E-B66E-58C9E7859B82}">
      <dsp:nvSpPr>
        <dsp:cNvPr id="0" name=""/>
        <dsp:cNvSpPr/>
      </dsp:nvSpPr>
      <dsp:spPr>
        <a:xfrm>
          <a:off x="4480763" y="3463574"/>
          <a:ext cx="534576" cy="534576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AF752D2-2F55-4B5D-94A0-CE0EECDBB085}">
      <dsp:nvSpPr>
        <dsp:cNvPr id="0" name=""/>
        <dsp:cNvSpPr/>
      </dsp:nvSpPr>
      <dsp:spPr>
        <a:xfrm>
          <a:off x="5406396" y="3270020"/>
          <a:ext cx="2172539" cy="92168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Runs across major OS with cloud flexibility</a:t>
          </a:r>
        </a:p>
      </dsp:txBody>
      <dsp:txXfrm>
        <a:off x="5406396" y="3270020"/>
        <a:ext cx="2172539" cy="921683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5F88A37-DCE4-4A9B-AA3C-E77A9558889E}">
      <dsp:nvSpPr>
        <dsp:cNvPr id="0" name=""/>
        <dsp:cNvSpPr/>
      </dsp:nvSpPr>
      <dsp:spPr>
        <a:xfrm>
          <a:off x="616935" y="1100"/>
          <a:ext cx="921683" cy="921683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8C4ED98-C39A-49E0-A1BB-9BD7FAC270FA}">
      <dsp:nvSpPr>
        <dsp:cNvPr id="0" name=""/>
        <dsp:cNvSpPr/>
      </dsp:nvSpPr>
      <dsp:spPr>
        <a:xfrm>
          <a:off x="810488" y="194654"/>
          <a:ext cx="534576" cy="53457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48594AB-91D1-403D-85A1-4D3ABCD124F5}">
      <dsp:nvSpPr>
        <dsp:cNvPr id="0" name=""/>
        <dsp:cNvSpPr/>
      </dsp:nvSpPr>
      <dsp:spPr>
        <a:xfrm>
          <a:off x="1736122" y="1100"/>
          <a:ext cx="2172539" cy="92168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Multi-LLM orchestration: routes tasks to best-suited model</a:t>
          </a:r>
        </a:p>
      </dsp:txBody>
      <dsp:txXfrm>
        <a:off x="1736122" y="1100"/>
        <a:ext cx="2172539" cy="921683"/>
      </dsp:txXfrm>
    </dsp:sp>
    <dsp:sp modelId="{0DCAF89E-AC19-4788-882B-A68AE40C8213}">
      <dsp:nvSpPr>
        <dsp:cNvPr id="0" name=""/>
        <dsp:cNvSpPr/>
      </dsp:nvSpPr>
      <dsp:spPr>
        <a:xfrm>
          <a:off x="4287209" y="1100"/>
          <a:ext cx="921683" cy="921683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5A8583E-282E-4174-B9A8-C5076C6FEC23}">
      <dsp:nvSpPr>
        <dsp:cNvPr id="0" name=""/>
        <dsp:cNvSpPr/>
      </dsp:nvSpPr>
      <dsp:spPr>
        <a:xfrm>
          <a:off x="4480763" y="194654"/>
          <a:ext cx="534576" cy="53457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F9262B0-6EFB-4E65-82B0-0B4687CEF910}">
      <dsp:nvSpPr>
        <dsp:cNvPr id="0" name=""/>
        <dsp:cNvSpPr/>
      </dsp:nvSpPr>
      <dsp:spPr>
        <a:xfrm>
          <a:off x="5406396" y="1100"/>
          <a:ext cx="2172539" cy="92168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Agent orchestration engine for modular workflows</a:t>
          </a:r>
        </a:p>
      </dsp:txBody>
      <dsp:txXfrm>
        <a:off x="5406396" y="1100"/>
        <a:ext cx="2172539" cy="921683"/>
      </dsp:txXfrm>
    </dsp:sp>
    <dsp:sp modelId="{72210003-789C-4741-AD03-B0E59550D7DE}">
      <dsp:nvSpPr>
        <dsp:cNvPr id="0" name=""/>
        <dsp:cNvSpPr/>
      </dsp:nvSpPr>
      <dsp:spPr>
        <a:xfrm>
          <a:off x="616935" y="1635560"/>
          <a:ext cx="921683" cy="921683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62F306E-8173-4718-8F91-B545DBD0D4E4}">
      <dsp:nvSpPr>
        <dsp:cNvPr id="0" name=""/>
        <dsp:cNvSpPr/>
      </dsp:nvSpPr>
      <dsp:spPr>
        <a:xfrm>
          <a:off x="810488" y="1829114"/>
          <a:ext cx="534576" cy="53457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1814284-F92C-4430-80DA-936A870F4A74}">
      <dsp:nvSpPr>
        <dsp:cNvPr id="0" name=""/>
        <dsp:cNvSpPr/>
      </dsp:nvSpPr>
      <dsp:spPr>
        <a:xfrm>
          <a:off x="1736122" y="1635560"/>
          <a:ext cx="2172539" cy="92168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Security &amp; compliance integrated via AgentOps</a:t>
          </a:r>
        </a:p>
      </dsp:txBody>
      <dsp:txXfrm>
        <a:off x="1736122" y="1635560"/>
        <a:ext cx="2172539" cy="921683"/>
      </dsp:txXfrm>
    </dsp:sp>
    <dsp:sp modelId="{63CEF49A-2DE9-4169-B6A3-061F231B754F}">
      <dsp:nvSpPr>
        <dsp:cNvPr id="0" name=""/>
        <dsp:cNvSpPr/>
      </dsp:nvSpPr>
      <dsp:spPr>
        <a:xfrm>
          <a:off x="4287209" y="1635560"/>
          <a:ext cx="921683" cy="921683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EC1542C-8B84-4D25-991C-574882545545}">
      <dsp:nvSpPr>
        <dsp:cNvPr id="0" name=""/>
        <dsp:cNvSpPr/>
      </dsp:nvSpPr>
      <dsp:spPr>
        <a:xfrm>
          <a:off x="4480763" y="1829114"/>
          <a:ext cx="534576" cy="534576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58D0510-E741-4FDC-9FC3-10590A63AABD}">
      <dsp:nvSpPr>
        <dsp:cNvPr id="0" name=""/>
        <dsp:cNvSpPr/>
      </dsp:nvSpPr>
      <dsp:spPr>
        <a:xfrm>
          <a:off x="5406396" y="1635560"/>
          <a:ext cx="2172539" cy="92168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IDE, CLI, and chat interfaces</a:t>
          </a:r>
        </a:p>
      </dsp:txBody>
      <dsp:txXfrm>
        <a:off x="5406396" y="1635560"/>
        <a:ext cx="2172539" cy="921683"/>
      </dsp:txXfrm>
    </dsp:sp>
    <dsp:sp modelId="{9272F7A6-3089-40F7-A1A0-768BB7204898}">
      <dsp:nvSpPr>
        <dsp:cNvPr id="0" name=""/>
        <dsp:cNvSpPr/>
      </dsp:nvSpPr>
      <dsp:spPr>
        <a:xfrm>
          <a:off x="616935" y="3270020"/>
          <a:ext cx="921683" cy="921683"/>
        </a:xfrm>
        <a:prstGeom prst="ellips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373E164-A360-4239-8CC0-1037858534BA}">
      <dsp:nvSpPr>
        <dsp:cNvPr id="0" name=""/>
        <dsp:cNvSpPr/>
      </dsp:nvSpPr>
      <dsp:spPr>
        <a:xfrm>
          <a:off x="810488" y="3463574"/>
          <a:ext cx="534576" cy="534576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76EAE45-A5A5-481B-86CB-FC8F0534F711}">
      <dsp:nvSpPr>
        <dsp:cNvPr id="0" name=""/>
        <dsp:cNvSpPr/>
      </dsp:nvSpPr>
      <dsp:spPr>
        <a:xfrm>
          <a:off x="1736122" y="3270020"/>
          <a:ext cx="2172539" cy="92168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Repository context layer for persistent awareness</a:t>
          </a:r>
        </a:p>
      </dsp:txBody>
      <dsp:txXfrm>
        <a:off x="1736122" y="3270020"/>
        <a:ext cx="2172539" cy="921683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2DF7004-374E-47AF-A16D-D6FF5171A2AA}">
      <dsp:nvSpPr>
        <dsp:cNvPr id="0" name=""/>
        <dsp:cNvSpPr/>
      </dsp:nvSpPr>
      <dsp:spPr>
        <a:xfrm>
          <a:off x="18535" y="659889"/>
          <a:ext cx="1080124" cy="1080124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447C947-42D3-4C2A-B0C4-F79EE10C7CF3}">
      <dsp:nvSpPr>
        <dsp:cNvPr id="0" name=""/>
        <dsp:cNvSpPr/>
      </dsp:nvSpPr>
      <dsp:spPr>
        <a:xfrm>
          <a:off x="245361" y="886715"/>
          <a:ext cx="626472" cy="62647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EAB99B2-7510-42F4-8312-E4A6BDB4CDCD}">
      <dsp:nvSpPr>
        <dsp:cNvPr id="0" name=""/>
        <dsp:cNvSpPr/>
      </dsp:nvSpPr>
      <dsp:spPr>
        <a:xfrm>
          <a:off x="1330115" y="659889"/>
          <a:ext cx="2546008" cy="10801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Built-in understanding of FedRAMP, HIPAA, PCI</a:t>
          </a:r>
        </a:p>
      </dsp:txBody>
      <dsp:txXfrm>
        <a:off x="1330115" y="659889"/>
        <a:ext cx="2546008" cy="1080124"/>
      </dsp:txXfrm>
    </dsp:sp>
    <dsp:sp modelId="{4B7FD47A-191B-40D2-9A0A-024BFBF9A770}">
      <dsp:nvSpPr>
        <dsp:cNvPr id="0" name=""/>
        <dsp:cNvSpPr/>
      </dsp:nvSpPr>
      <dsp:spPr>
        <a:xfrm>
          <a:off x="4319746" y="659889"/>
          <a:ext cx="1080124" cy="1080124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25A4413-4D90-4724-886A-8931886D221F}">
      <dsp:nvSpPr>
        <dsp:cNvPr id="0" name=""/>
        <dsp:cNvSpPr/>
      </dsp:nvSpPr>
      <dsp:spPr>
        <a:xfrm>
          <a:off x="4546573" y="886715"/>
          <a:ext cx="626472" cy="62647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81A0161-F690-4230-BA2B-E9B397F398A6}">
      <dsp:nvSpPr>
        <dsp:cNvPr id="0" name=""/>
        <dsp:cNvSpPr/>
      </dsp:nvSpPr>
      <dsp:spPr>
        <a:xfrm>
          <a:off x="5631327" y="659889"/>
          <a:ext cx="2546008" cy="10801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Governance and observability with real-time AgentOps monitoring</a:t>
          </a:r>
        </a:p>
      </dsp:txBody>
      <dsp:txXfrm>
        <a:off x="5631327" y="659889"/>
        <a:ext cx="2546008" cy="1080124"/>
      </dsp:txXfrm>
    </dsp:sp>
    <dsp:sp modelId="{968427B7-DAE2-4222-9C49-609B634FA009}">
      <dsp:nvSpPr>
        <dsp:cNvPr id="0" name=""/>
        <dsp:cNvSpPr/>
      </dsp:nvSpPr>
      <dsp:spPr>
        <a:xfrm>
          <a:off x="18535" y="2452790"/>
          <a:ext cx="1080124" cy="1080124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7C94CC8-7642-4D94-8420-A95F5295C255}">
      <dsp:nvSpPr>
        <dsp:cNvPr id="0" name=""/>
        <dsp:cNvSpPr/>
      </dsp:nvSpPr>
      <dsp:spPr>
        <a:xfrm>
          <a:off x="245361" y="2679617"/>
          <a:ext cx="626472" cy="62647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68DF94C-7533-4707-BB3E-308CD0143D02}">
      <dsp:nvSpPr>
        <dsp:cNvPr id="0" name=""/>
        <dsp:cNvSpPr/>
      </dsp:nvSpPr>
      <dsp:spPr>
        <a:xfrm>
          <a:off x="1330115" y="2452790"/>
          <a:ext cx="2546008" cy="10801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Data residency compliance for regulated industries</a:t>
          </a:r>
        </a:p>
      </dsp:txBody>
      <dsp:txXfrm>
        <a:off x="1330115" y="2452790"/>
        <a:ext cx="2546008" cy="1080124"/>
      </dsp:txXfrm>
    </dsp:sp>
    <dsp:sp modelId="{EA806501-B84A-483A-A47C-5657B74D09B0}">
      <dsp:nvSpPr>
        <dsp:cNvPr id="0" name=""/>
        <dsp:cNvSpPr/>
      </dsp:nvSpPr>
      <dsp:spPr>
        <a:xfrm>
          <a:off x="4319746" y="2452790"/>
          <a:ext cx="1080124" cy="1080124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18F6EB1-35E7-489E-AFD6-28DC84DA3B8A}">
      <dsp:nvSpPr>
        <dsp:cNvPr id="0" name=""/>
        <dsp:cNvSpPr/>
      </dsp:nvSpPr>
      <dsp:spPr>
        <a:xfrm>
          <a:off x="4546573" y="2679617"/>
          <a:ext cx="626472" cy="626472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15FA385-CECE-4C0F-9674-76A82C1DD23D}">
      <dsp:nvSpPr>
        <dsp:cNvPr id="0" name=""/>
        <dsp:cNvSpPr/>
      </dsp:nvSpPr>
      <dsp:spPr>
        <a:xfrm>
          <a:off x="5631327" y="2452790"/>
          <a:ext cx="2546008" cy="10801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Emphasis on secure and reliable AI adoption</a:t>
          </a:r>
        </a:p>
      </dsp:txBody>
      <dsp:txXfrm>
        <a:off x="5631327" y="2452790"/>
        <a:ext cx="2546008" cy="1080124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66937F3-E06B-425A-9829-777A87529352}">
      <dsp:nvSpPr>
        <dsp:cNvPr id="0" name=""/>
        <dsp:cNvSpPr/>
      </dsp:nvSpPr>
      <dsp:spPr>
        <a:xfrm>
          <a:off x="18535" y="659889"/>
          <a:ext cx="1080124" cy="1080124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CC12D34-BA01-4543-94DD-78090AB3DC67}">
      <dsp:nvSpPr>
        <dsp:cNvPr id="0" name=""/>
        <dsp:cNvSpPr/>
      </dsp:nvSpPr>
      <dsp:spPr>
        <a:xfrm>
          <a:off x="245361" y="886715"/>
          <a:ext cx="626472" cy="62647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D44D5EA-A58D-4502-AFEA-E93461E97F14}">
      <dsp:nvSpPr>
        <dsp:cNvPr id="0" name=""/>
        <dsp:cNvSpPr/>
      </dsp:nvSpPr>
      <dsp:spPr>
        <a:xfrm>
          <a:off x="1330115" y="659889"/>
          <a:ext cx="2546008" cy="10801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6,000 internal IBM developers onboarded</a:t>
          </a:r>
        </a:p>
      </dsp:txBody>
      <dsp:txXfrm>
        <a:off x="1330115" y="659889"/>
        <a:ext cx="2546008" cy="1080124"/>
      </dsp:txXfrm>
    </dsp:sp>
    <dsp:sp modelId="{487996C7-818A-4441-9C8D-B6E6DB4B0C74}">
      <dsp:nvSpPr>
        <dsp:cNvPr id="0" name=""/>
        <dsp:cNvSpPr/>
      </dsp:nvSpPr>
      <dsp:spPr>
        <a:xfrm>
          <a:off x="4319746" y="659889"/>
          <a:ext cx="1080124" cy="1080124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7C80027-B7DB-4822-BBED-13A13FA3451E}">
      <dsp:nvSpPr>
        <dsp:cNvPr id="0" name=""/>
        <dsp:cNvSpPr/>
      </dsp:nvSpPr>
      <dsp:spPr>
        <a:xfrm>
          <a:off x="4546573" y="886715"/>
          <a:ext cx="626472" cy="62647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1C42D77-1C40-473F-86AF-7F9AB0744849}">
      <dsp:nvSpPr>
        <dsp:cNvPr id="0" name=""/>
        <dsp:cNvSpPr/>
      </dsp:nvSpPr>
      <dsp:spPr>
        <a:xfrm>
          <a:off x="5631327" y="659889"/>
          <a:ext cx="2546008" cy="10801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45% productivity improvement</a:t>
          </a:r>
        </a:p>
      </dsp:txBody>
      <dsp:txXfrm>
        <a:off x="5631327" y="659889"/>
        <a:ext cx="2546008" cy="1080124"/>
      </dsp:txXfrm>
    </dsp:sp>
    <dsp:sp modelId="{78072661-D18B-423A-8263-B3A354CD5681}">
      <dsp:nvSpPr>
        <dsp:cNvPr id="0" name=""/>
        <dsp:cNvSpPr/>
      </dsp:nvSpPr>
      <dsp:spPr>
        <a:xfrm>
          <a:off x="18535" y="2452790"/>
          <a:ext cx="1080124" cy="1080124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418895B-E9CD-4AC3-84E8-B5D7C291D9E5}">
      <dsp:nvSpPr>
        <dsp:cNvPr id="0" name=""/>
        <dsp:cNvSpPr/>
      </dsp:nvSpPr>
      <dsp:spPr>
        <a:xfrm>
          <a:off x="245361" y="2679617"/>
          <a:ext cx="626472" cy="62647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CE095E2-A26B-4934-A51D-E3A5A73ED11A}">
      <dsp:nvSpPr>
        <dsp:cNvPr id="0" name=""/>
        <dsp:cNvSpPr/>
      </dsp:nvSpPr>
      <dsp:spPr>
        <a:xfrm>
          <a:off x="1330115" y="2452790"/>
          <a:ext cx="2546008" cy="10801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22–43% more code commits</a:t>
          </a:r>
        </a:p>
      </dsp:txBody>
      <dsp:txXfrm>
        <a:off x="1330115" y="2452790"/>
        <a:ext cx="2546008" cy="1080124"/>
      </dsp:txXfrm>
    </dsp:sp>
    <dsp:sp modelId="{8F82079F-6ED9-41AF-BF0F-79B1BED4FC4B}">
      <dsp:nvSpPr>
        <dsp:cNvPr id="0" name=""/>
        <dsp:cNvSpPr/>
      </dsp:nvSpPr>
      <dsp:spPr>
        <a:xfrm>
          <a:off x="4319746" y="2452790"/>
          <a:ext cx="1080124" cy="1080124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987A4E6-1AAE-4C39-AF91-8C3FDD876556}">
      <dsp:nvSpPr>
        <dsp:cNvPr id="0" name=""/>
        <dsp:cNvSpPr/>
      </dsp:nvSpPr>
      <dsp:spPr>
        <a:xfrm>
          <a:off x="4546573" y="2679617"/>
          <a:ext cx="626472" cy="626472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34B99CB-E420-4FAB-A909-6BB0AA3678B2}">
      <dsp:nvSpPr>
        <dsp:cNvPr id="0" name=""/>
        <dsp:cNvSpPr/>
      </dsp:nvSpPr>
      <dsp:spPr>
        <a:xfrm>
          <a:off x="5631327" y="2452790"/>
          <a:ext cx="2546008" cy="10801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95% usage in task completion rather than raw code generation</a:t>
          </a:r>
        </a:p>
      </dsp:txBody>
      <dsp:txXfrm>
        <a:off x="5631327" y="2452790"/>
        <a:ext cx="2546008" cy="1080124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264C56B-0242-4DA9-B92A-D8FDE0F90A88}">
      <dsp:nvSpPr>
        <dsp:cNvPr id="0" name=""/>
        <dsp:cNvSpPr/>
      </dsp:nvSpPr>
      <dsp:spPr>
        <a:xfrm>
          <a:off x="376435" y="1016402"/>
          <a:ext cx="1098000" cy="1098000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01B31B3-2F68-4047-A142-AD2FF9E497D6}">
      <dsp:nvSpPr>
        <dsp:cNvPr id="0" name=""/>
        <dsp:cNvSpPr/>
      </dsp:nvSpPr>
      <dsp:spPr>
        <a:xfrm>
          <a:off x="610435" y="1250402"/>
          <a:ext cx="630000" cy="630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B466179-1C93-4C25-A03F-350E9C78E288}">
      <dsp:nvSpPr>
        <dsp:cNvPr id="0" name=""/>
        <dsp:cNvSpPr/>
      </dsp:nvSpPr>
      <dsp:spPr>
        <a:xfrm>
          <a:off x="25435" y="245640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200" kern="1200"/>
            <a:t>- Goes beyond Copilot and Cursor via full repo context and compliance</a:t>
          </a:r>
        </a:p>
      </dsp:txBody>
      <dsp:txXfrm>
        <a:off x="25435" y="2456402"/>
        <a:ext cx="1800000" cy="720000"/>
      </dsp:txXfrm>
    </dsp:sp>
    <dsp:sp modelId="{F2E7C4B5-744F-4056-8B37-1E4D95ACED26}">
      <dsp:nvSpPr>
        <dsp:cNvPr id="0" name=""/>
        <dsp:cNvSpPr/>
      </dsp:nvSpPr>
      <dsp:spPr>
        <a:xfrm>
          <a:off x="2491435" y="1016402"/>
          <a:ext cx="1098000" cy="1098000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AD4EE99-4F40-487A-B94F-67C1453D36E3}">
      <dsp:nvSpPr>
        <dsp:cNvPr id="0" name=""/>
        <dsp:cNvSpPr/>
      </dsp:nvSpPr>
      <dsp:spPr>
        <a:xfrm>
          <a:off x="2725435" y="1250402"/>
          <a:ext cx="630000" cy="630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3E15FA0-92A5-414E-BC2B-7B852F384956}">
      <dsp:nvSpPr>
        <dsp:cNvPr id="0" name=""/>
        <dsp:cNvSpPr/>
      </dsp:nvSpPr>
      <dsp:spPr>
        <a:xfrm>
          <a:off x="2140435" y="245640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200" kern="1200"/>
            <a:t>- Enterprise-grade governance and security</a:t>
          </a:r>
        </a:p>
      </dsp:txBody>
      <dsp:txXfrm>
        <a:off x="2140435" y="2456402"/>
        <a:ext cx="1800000" cy="720000"/>
      </dsp:txXfrm>
    </dsp:sp>
    <dsp:sp modelId="{5700203E-4FE2-437C-A203-01AE8416B0B2}">
      <dsp:nvSpPr>
        <dsp:cNvPr id="0" name=""/>
        <dsp:cNvSpPr/>
      </dsp:nvSpPr>
      <dsp:spPr>
        <a:xfrm>
          <a:off x="4606435" y="1016402"/>
          <a:ext cx="1098000" cy="1098000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9F3A4AD-4727-42A4-95C7-6341B75A9176}">
      <dsp:nvSpPr>
        <dsp:cNvPr id="0" name=""/>
        <dsp:cNvSpPr/>
      </dsp:nvSpPr>
      <dsp:spPr>
        <a:xfrm>
          <a:off x="4840435" y="1250402"/>
          <a:ext cx="630000" cy="63000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BFB2F69-0E6A-4141-98E6-0BCB6319D169}">
      <dsp:nvSpPr>
        <dsp:cNvPr id="0" name=""/>
        <dsp:cNvSpPr/>
      </dsp:nvSpPr>
      <dsp:spPr>
        <a:xfrm>
          <a:off x="4255435" y="245640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200" kern="1200"/>
            <a:t>- Focus on modernization and legacy system upgrades</a:t>
          </a:r>
        </a:p>
      </dsp:txBody>
      <dsp:txXfrm>
        <a:off x="4255435" y="2456402"/>
        <a:ext cx="1800000" cy="720000"/>
      </dsp:txXfrm>
    </dsp:sp>
    <dsp:sp modelId="{12EE9417-C850-4FC9-92E9-3B4CA15A9B77}">
      <dsp:nvSpPr>
        <dsp:cNvPr id="0" name=""/>
        <dsp:cNvSpPr/>
      </dsp:nvSpPr>
      <dsp:spPr>
        <a:xfrm>
          <a:off x="6721435" y="1016402"/>
          <a:ext cx="1098000" cy="1098000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4958B77-72CD-4C21-B8A4-0EB07B443D56}">
      <dsp:nvSpPr>
        <dsp:cNvPr id="0" name=""/>
        <dsp:cNvSpPr/>
      </dsp:nvSpPr>
      <dsp:spPr>
        <a:xfrm>
          <a:off x="6955435" y="1250402"/>
          <a:ext cx="630000" cy="63000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3B204C8-D040-4A5F-A310-D034BDC6919E}">
      <dsp:nvSpPr>
        <dsp:cNvPr id="0" name=""/>
        <dsp:cNvSpPr/>
      </dsp:nvSpPr>
      <dsp:spPr>
        <a:xfrm>
          <a:off x="6370435" y="245640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200" kern="1200"/>
            <a:t>- Positioned for large enterprise adoption</a:t>
          </a:r>
        </a:p>
      </dsp:txBody>
      <dsp:txXfrm>
        <a:off x="6370435" y="2456402"/>
        <a:ext cx="1800000" cy="720000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8B57738-7615-4F40-9A14-FB11554FE8B3}">
      <dsp:nvSpPr>
        <dsp:cNvPr id="0" name=""/>
        <dsp:cNvSpPr/>
      </dsp:nvSpPr>
      <dsp:spPr>
        <a:xfrm>
          <a:off x="616935" y="1100"/>
          <a:ext cx="921683" cy="921683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849051C-9132-45D9-AEBE-23F872D3323C}">
      <dsp:nvSpPr>
        <dsp:cNvPr id="0" name=""/>
        <dsp:cNvSpPr/>
      </dsp:nvSpPr>
      <dsp:spPr>
        <a:xfrm>
          <a:off x="810488" y="194654"/>
          <a:ext cx="534576" cy="53457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F9A619F-CCE6-49D2-82F7-4B7C55757F15}">
      <dsp:nvSpPr>
        <dsp:cNvPr id="0" name=""/>
        <dsp:cNvSpPr/>
      </dsp:nvSpPr>
      <dsp:spPr>
        <a:xfrm>
          <a:off x="1736122" y="1100"/>
          <a:ext cx="2172539" cy="92168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Dependence on LLM accuracy; risk of hallucination</a:t>
          </a:r>
        </a:p>
      </dsp:txBody>
      <dsp:txXfrm>
        <a:off x="1736122" y="1100"/>
        <a:ext cx="2172539" cy="921683"/>
      </dsp:txXfrm>
    </dsp:sp>
    <dsp:sp modelId="{9B58FA5C-5BF4-4F1D-9326-2BFAC1FA33B9}">
      <dsp:nvSpPr>
        <dsp:cNvPr id="0" name=""/>
        <dsp:cNvSpPr/>
      </dsp:nvSpPr>
      <dsp:spPr>
        <a:xfrm>
          <a:off x="4287209" y="1100"/>
          <a:ext cx="921683" cy="921683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E30DF7F-DA06-4E70-A6EA-6CA89220B71E}">
      <dsp:nvSpPr>
        <dsp:cNvPr id="0" name=""/>
        <dsp:cNvSpPr/>
      </dsp:nvSpPr>
      <dsp:spPr>
        <a:xfrm>
          <a:off x="4480763" y="194654"/>
          <a:ext cx="534576" cy="53457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1FFEC95-5020-45C6-950D-D0A88D9AAA1C}">
      <dsp:nvSpPr>
        <dsp:cNvPr id="0" name=""/>
        <dsp:cNvSpPr/>
      </dsp:nvSpPr>
      <dsp:spPr>
        <a:xfrm>
          <a:off x="5406396" y="1100"/>
          <a:ext cx="2172539" cy="92168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Code exposure and security concerns</a:t>
          </a:r>
        </a:p>
      </dsp:txBody>
      <dsp:txXfrm>
        <a:off x="5406396" y="1100"/>
        <a:ext cx="2172539" cy="921683"/>
      </dsp:txXfrm>
    </dsp:sp>
    <dsp:sp modelId="{47B2BFA5-5623-4AD0-83CB-04427C6A9586}">
      <dsp:nvSpPr>
        <dsp:cNvPr id="0" name=""/>
        <dsp:cNvSpPr/>
      </dsp:nvSpPr>
      <dsp:spPr>
        <a:xfrm>
          <a:off x="616935" y="1635560"/>
          <a:ext cx="921683" cy="921683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4CED422-0E1C-4BE1-9EDB-C4888390F82C}">
      <dsp:nvSpPr>
        <dsp:cNvPr id="0" name=""/>
        <dsp:cNvSpPr/>
      </dsp:nvSpPr>
      <dsp:spPr>
        <a:xfrm>
          <a:off x="810488" y="1829114"/>
          <a:ext cx="534576" cy="53457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721B471-98AC-4033-A173-CF5C1E7A99C4}">
      <dsp:nvSpPr>
        <dsp:cNvPr id="0" name=""/>
        <dsp:cNvSpPr/>
      </dsp:nvSpPr>
      <dsp:spPr>
        <a:xfrm>
          <a:off x="1736122" y="1635560"/>
          <a:ext cx="2172539" cy="92168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Complex integration with pipelines</a:t>
          </a:r>
        </a:p>
      </dsp:txBody>
      <dsp:txXfrm>
        <a:off x="1736122" y="1635560"/>
        <a:ext cx="2172539" cy="921683"/>
      </dsp:txXfrm>
    </dsp:sp>
    <dsp:sp modelId="{578ACA9A-32CB-42AE-BC7F-DD1881299C86}">
      <dsp:nvSpPr>
        <dsp:cNvPr id="0" name=""/>
        <dsp:cNvSpPr/>
      </dsp:nvSpPr>
      <dsp:spPr>
        <a:xfrm>
          <a:off x="4287209" y="1635560"/>
          <a:ext cx="921683" cy="921683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ABF19C6-C30A-41A8-BAC5-427D5409B98A}">
      <dsp:nvSpPr>
        <dsp:cNvPr id="0" name=""/>
        <dsp:cNvSpPr/>
      </dsp:nvSpPr>
      <dsp:spPr>
        <a:xfrm>
          <a:off x="4480763" y="1829114"/>
          <a:ext cx="534576" cy="534576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5B5398D-8636-4428-9A4C-A018BD9C521A}">
      <dsp:nvSpPr>
        <dsp:cNvPr id="0" name=""/>
        <dsp:cNvSpPr/>
      </dsp:nvSpPr>
      <dsp:spPr>
        <a:xfrm>
          <a:off x="5406396" y="1635560"/>
          <a:ext cx="2172539" cy="92168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Adoption barriers: developer trust and learning curve</a:t>
          </a:r>
        </a:p>
      </dsp:txBody>
      <dsp:txXfrm>
        <a:off x="5406396" y="1635560"/>
        <a:ext cx="2172539" cy="921683"/>
      </dsp:txXfrm>
    </dsp:sp>
    <dsp:sp modelId="{1E75FEE1-018C-4899-836D-846EBD91E6AA}">
      <dsp:nvSpPr>
        <dsp:cNvPr id="0" name=""/>
        <dsp:cNvSpPr/>
      </dsp:nvSpPr>
      <dsp:spPr>
        <a:xfrm>
          <a:off x="616935" y="3270020"/>
          <a:ext cx="921683" cy="921683"/>
        </a:xfrm>
        <a:prstGeom prst="ellips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749001A-69BB-4A06-85FC-1C1F494CB811}">
      <dsp:nvSpPr>
        <dsp:cNvPr id="0" name=""/>
        <dsp:cNvSpPr/>
      </dsp:nvSpPr>
      <dsp:spPr>
        <a:xfrm>
          <a:off x="810488" y="3463574"/>
          <a:ext cx="534576" cy="534576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3B92183-0770-4209-A200-2E636ABE4EAE}">
      <dsp:nvSpPr>
        <dsp:cNvPr id="0" name=""/>
        <dsp:cNvSpPr/>
      </dsp:nvSpPr>
      <dsp:spPr>
        <a:xfrm>
          <a:off x="1736122" y="3270020"/>
          <a:ext cx="2172539" cy="92168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Legal/IP implications of AI-generated code</a:t>
          </a:r>
        </a:p>
      </dsp:txBody>
      <dsp:txXfrm>
        <a:off x="1736122" y="3270020"/>
        <a:ext cx="2172539" cy="921683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8698E54-9917-4F6D-B9BE-ECD85587B775}">
      <dsp:nvSpPr>
        <dsp:cNvPr id="0" name=""/>
        <dsp:cNvSpPr/>
      </dsp:nvSpPr>
      <dsp:spPr>
        <a:xfrm>
          <a:off x="0" y="0"/>
          <a:ext cx="6310820" cy="754704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Expansion beyond private preview</a:t>
          </a:r>
        </a:p>
      </dsp:txBody>
      <dsp:txXfrm>
        <a:off x="22105" y="22105"/>
        <a:ext cx="5408133" cy="710494"/>
      </dsp:txXfrm>
    </dsp:sp>
    <dsp:sp modelId="{113A8DE1-1160-4060-871F-82C9A9D0510B}">
      <dsp:nvSpPr>
        <dsp:cNvPr id="0" name=""/>
        <dsp:cNvSpPr/>
      </dsp:nvSpPr>
      <dsp:spPr>
        <a:xfrm>
          <a:off x="471262" y="859525"/>
          <a:ext cx="6310820" cy="754704"/>
        </a:xfrm>
        <a:prstGeom prst="roundRect">
          <a:avLst>
            <a:gd name="adj" fmla="val 10000"/>
          </a:avLst>
        </a:prstGeom>
        <a:solidFill>
          <a:schemeClr val="accent2">
            <a:hueOff val="1170380"/>
            <a:satOff val="-1460"/>
            <a:lumOff val="34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New integrations with additional platforms</a:t>
          </a:r>
        </a:p>
      </dsp:txBody>
      <dsp:txXfrm>
        <a:off x="493367" y="881630"/>
        <a:ext cx="5304789" cy="710494"/>
      </dsp:txXfrm>
    </dsp:sp>
    <dsp:sp modelId="{C3346829-A67B-4F2A-AE29-2DB896AB8F12}">
      <dsp:nvSpPr>
        <dsp:cNvPr id="0" name=""/>
        <dsp:cNvSpPr/>
      </dsp:nvSpPr>
      <dsp:spPr>
        <a:xfrm>
          <a:off x="942525" y="1719050"/>
          <a:ext cx="6310820" cy="754704"/>
        </a:xfrm>
        <a:prstGeom prst="roundRect">
          <a:avLst>
            <a:gd name="adj" fmla="val 10000"/>
          </a:avLst>
        </a:prstGeom>
        <a:solidFill>
          <a:schemeClr val="accent2">
            <a:hueOff val="2340759"/>
            <a:satOff val="-2919"/>
            <a:lumOff val="686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More LLM models and enhanced explainability</a:t>
          </a:r>
        </a:p>
      </dsp:txBody>
      <dsp:txXfrm>
        <a:off x="964630" y="1741155"/>
        <a:ext cx="5304789" cy="710494"/>
      </dsp:txXfrm>
    </dsp:sp>
    <dsp:sp modelId="{E5E114CF-4679-476A-89F9-B4E0190A0BF1}">
      <dsp:nvSpPr>
        <dsp:cNvPr id="0" name=""/>
        <dsp:cNvSpPr/>
      </dsp:nvSpPr>
      <dsp:spPr>
        <a:xfrm>
          <a:off x="1413787" y="2578575"/>
          <a:ext cx="6310820" cy="754704"/>
        </a:xfrm>
        <a:prstGeom prst="roundRect">
          <a:avLst>
            <a:gd name="adj" fmla="val 10000"/>
          </a:avLst>
        </a:prstGeom>
        <a:solidFill>
          <a:schemeClr val="accent2">
            <a:hueOff val="3511139"/>
            <a:satOff val="-4379"/>
            <a:lumOff val="103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Stronger observability and governance</a:t>
          </a:r>
        </a:p>
      </dsp:txBody>
      <dsp:txXfrm>
        <a:off x="1435892" y="2600680"/>
        <a:ext cx="5304789" cy="710494"/>
      </dsp:txXfrm>
    </dsp:sp>
    <dsp:sp modelId="{DB56AD12-E22F-479A-81CA-463F59E77477}">
      <dsp:nvSpPr>
        <dsp:cNvPr id="0" name=""/>
        <dsp:cNvSpPr/>
      </dsp:nvSpPr>
      <dsp:spPr>
        <a:xfrm>
          <a:off x="1885050" y="3438100"/>
          <a:ext cx="6310820" cy="754704"/>
        </a:xfrm>
        <a:prstGeom prst="roundRect">
          <a:avLst>
            <a:gd name="adj" fmla="val 10000"/>
          </a:avLst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Closer integration with </a:t>
          </a:r>
          <a:r>
            <a:rPr lang="en-US" sz="1900" kern="1200" dirty="0" err="1"/>
            <a:t>watsonx</a:t>
          </a:r>
          <a:r>
            <a:rPr lang="en-US" sz="1900" kern="1200" dirty="0"/>
            <a:t> Orchestrate and </a:t>
          </a:r>
          <a:r>
            <a:rPr lang="en-US" sz="1900" kern="1200" dirty="0" err="1"/>
            <a:t>AgentOps</a:t>
          </a:r>
          <a:endParaRPr lang="en-US" sz="1900" kern="1200" dirty="0"/>
        </a:p>
      </dsp:txBody>
      <dsp:txXfrm>
        <a:off x="1907155" y="3460205"/>
        <a:ext cx="5304789" cy="710494"/>
      </dsp:txXfrm>
    </dsp:sp>
    <dsp:sp modelId="{D7EE66A7-0AB5-411B-BA7A-4CCC97058691}">
      <dsp:nvSpPr>
        <dsp:cNvPr id="0" name=""/>
        <dsp:cNvSpPr/>
      </dsp:nvSpPr>
      <dsp:spPr>
        <a:xfrm>
          <a:off x="5820262" y="551353"/>
          <a:ext cx="490558" cy="490558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7940" tIns="27940" rIns="27940" bIns="2794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200" kern="1200"/>
        </a:p>
      </dsp:txBody>
      <dsp:txXfrm>
        <a:off x="5930638" y="551353"/>
        <a:ext cx="269806" cy="369145"/>
      </dsp:txXfrm>
    </dsp:sp>
    <dsp:sp modelId="{FE42EA00-6B3E-4859-81AA-6DBC9E61CC71}">
      <dsp:nvSpPr>
        <dsp:cNvPr id="0" name=""/>
        <dsp:cNvSpPr/>
      </dsp:nvSpPr>
      <dsp:spPr>
        <a:xfrm>
          <a:off x="6291525" y="1410878"/>
          <a:ext cx="490558" cy="490558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1675274"/>
            <a:satOff val="-1459"/>
            <a:lumOff val="-2"/>
            <a:alphaOff val="0"/>
          </a:schemeClr>
        </a:solidFill>
        <a:ln w="25400" cap="flat" cmpd="sng" algn="ctr">
          <a:solidFill>
            <a:schemeClr val="accent2">
              <a:tint val="40000"/>
              <a:alpha val="90000"/>
              <a:hueOff val="1675274"/>
              <a:satOff val="-1459"/>
              <a:lumOff val="-2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7940" tIns="27940" rIns="27940" bIns="2794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200" kern="1200"/>
        </a:p>
      </dsp:txBody>
      <dsp:txXfrm>
        <a:off x="6401901" y="1410878"/>
        <a:ext cx="269806" cy="369145"/>
      </dsp:txXfrm>
    </dsp:sp>
    <dsp:sp modelId="{7DF52870-5E23-4B98-8EE2-C0A911AEED71}">
      <dsp:nvSpPr>
        <dsp:cNvPr id="0" name=""/>
        <dsp:cNvSpPr/>
      </dsp:nvSpPr>
      <dsp:spPr>
        <a:xfrm>
          <a:off x="6762787" y="2257825"/>
          <a:ext cx="490558" cy="490558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3350547"/>
            <a:satOff val="-2919"/>
            <a:lumOff val="-4"/>
            <a:alphaOff val="0"/>
          </a:schemeClr>
        </a:solidFill>
        <a:ln w="25400" cap="flat" cmpd="sng" algn="ctr">
          <a:solidFill>
            <a:schemeClr val="accent2">
              <a:tint val="40000"/>
              <a:alpha val="90000"/>
              <a:hueOff val="3350547"/>
              <a:satOff val="-2919"/>
              <a:lumOff val="-4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7940" tIns="27940" rIns="27940" bIns="2794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200" kern="1200"/>
        </a:p>
      </dsp:txBody>
      <dsp:txXfrm>
        <a:off x="6873163" y="2257825"/>
        <a:ext cx="269806" cy="369145"/>
      </dsp:txXfrm>
    </dsp:sp>
    <dsp:sp modelId="{D06C36F3-217C-4D92-8C29-EC27940D2E9E}">
      <dsp:nvSpPr>
        <dsp:cNvPr id="0" name=""/>
        <dsp:cNvSpPr/>
      </dsp:nvSpPr>
      <dsp:spPr>
        <a:xfrm>
          <a:off x="7234050" y="3125736"/>
          <a:ext cx="490558" cy="490558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5025821"/>
            <a:satOff val="-4378"/>
            <a:lumOff val="-6"/>
            <a:alphaOff val="0"/>
          </a:schemeClr>
        </a:solidFill>
        <a:ln w="25400" cap="flat" cmpd="sng" algn="ctr">
          <a:solidFill>
            <a:schemeClr val="accent2">
              <a:tint val="40000"/>
              <a:alpha val="90000"/>
              <a:hueOff val="5025821"/>
              <a:satOff val="-4378"/>
              <a:lumOff val="-6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7940" tIns="27940" rIns="27940" bIns="2794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200" kern="1200"/>
        </a:p>
      </dsp:txBody>
      <dsp:txXfrm>
        <a:off x="7344426" y="3125736"/>
        <a:ext cx="269806" cy="369145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3D6FB64-8F9E-47AE-9B56-0E066B0E7244}">
      <dsp:nvSpPr>
        <dsp:cNvPr id="0" name=""/>
        <dsp:cNvSpPr/>
      </dsp:nvSpPr>
      <dsp:spPr>
        <a:xfrm>
          <a:off x="18535" y="659889"/>
          <a:ext cx="1080124" cy="1080124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C31983B-D1AF-4EF8-8376-25161B859AC6}">
      <dsp:nvSpPr>
        <dsp:cNvPr id="0" name=""/>
        <dsp:cNvSpPr/>
      </dsp:nvSpPr>
      <dsp:spPr>
        <a:xfrm>
          <a:off x="245361" y="886715"/>
          <a:ext cx="626472" cy="62647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6AAA154-CD17-4922-8758-DF1FCFAC8920}">
      <dsp:nvSpPr>
        <dsp:cNvPr id="0" name=""/>
        <dsp:cNvSpPr/>
      </dsp:nvSpPr>
      <dsp:spPr>
        <a:xfrm>
          <a:off x="1330115" y="659889"/>
          <a:ext cx="2546008" cy="10801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IBM’s Project Bob brings AI deeply into the SDLC</a:t>
          </a:r>
        </a:p>
      </dsp:txBody>
      <dsp:txXfrm>
        <a:off x="1330115" y="659889"/>
        <a:ext cx="2546008" cy="1080124"/>
      </dsp:txXfrm>
    </dsp:sp>
    <dsp:sp modelId="{129BEA5F-41A9-4EFE-8752-80135F2EB40E}">
      <dsp:nvSpPr>
        <dsp:cNvPr id="0" name=""/>
        <dsp:cNvSpPr/>
      </dsp:nvSpPr>
      <dsp:spPr>
        <a:xfrm>
          <a:off x="4319746" y="659889"/>
          <a:ext cx="1080124" cy="1080124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001E82E-67E2-4CA6-9CF8-C6248CB4C51B}">
      <dsp:nvSpPr>
        <dsp:cNvPr id="0" name=""/>
        <dsp:cNvSpPr/>
      </dsp:nvSpPr>
      <dsp:spPr>
        <a:xfrm>
          <a:off x="4546573" y="886715"/>
          <a:ext cx="626472" cy="62647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B5F6926-9489-4ED4-ABD6-D82C01D7CA72}">
      <dsp:nvSpPr>
        <dsp:cNvPr id="0" name=""/>
        <dsp:cNvSpPr/>
      </dsp:nvSpPr>
      <dsp:spPr>
        <a:xfrm>
          <a:off x="5631327" y="659889"/>
          <a:ext cx="2546008" cy="10801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Enterprise-ready focus on context, compliance, and security</a:t>
          </a:r>
        </a:p>
      </dsp:txBody>
      <dsp:txXfrm>
        <a:off x="5631327" y="659889"/>
        <a:ext cx="2546008" cy="1080124"/>
      </dsp:txXfrm>
    </dsp:sp>
    <dsp:sp modelId="{9345FB3C-0D14-4511-AFBE-EB96159A9587}">
      <dsp:nvSpPr>
        <dsp:cNvPr id="0" name=""/>
        <dsp:cNvSpPr/>
      </dsp:nvSpPr>
      <dsp:spPr>
        <a:xfrm>
          <a:off x="18535" y="2452790"/>
          <a:ext cx="1080124" cy="1080124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297A12B-93DA-426F-B2FC-68E2F8AA56EE}">
      <dsp:nvSpPr>
        <dsp:cNvPr id="0" name=""/>
        <dsp:cNvSpPr/>
      </dsp:nvSpPr>
      <dsp:spPr>
        <a:xfrm>
          <a:off x="245361" y="2679617"/>
          <a:ext cx="626472" cy="62647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9D3FDED-6822-4B76-BFB4-F77D620A5734}">
      <dsp:nvSpPr>
        <dsp:cNvPr id="0" name=""/>
        <dsp:cNvSpPr/>
      </dsp:nvSpPr>
      <dsp:spPr>
        <a:xfrm>
          <a:off x="1330115" y="2452790"/>
          <a:ext cx="2546008" cy="10801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Strong potential to revolutionize enterprise modernization</a:t>
          </a:r>
        </a:p>
      </dsp:txBody>
      <dsp:txXfrm>
        <a:off x="1330115" y="2452790"/>
        <a:ext cx="2546008" cy="1080124"/>
      </dsp:txXfrm>
    </dsp:sp>
    <dsp:sp modelId="{F8324073-3A35-4726-A5DB-6107813FB7CC}">
      <dsp:nvSpPr>
        <dsp:cNvPr id="0" name=""/>
        <dsp:cNvSpPr/>
      </dsp:nvSpPr>
      <dsp:spPr>
        <a:xfrm>
          <a:off x="4319746" y="2452790"/>
          <a:ext cx="1080124" cy="1080124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88EDA7E-D6F3-4F67-9DD7-3149EBAB20DA}">
      <dsp:nvSpPr>
        <dsp:cNvPr id="0" name=""/>
        <dsp:cNvSpPr/>
      </dsp:nvSpPr>
      <dsp:spPr>
        <a:xfrm>
          <a:off x="4546573" y="2679617"/>
          <a:ext cx="626472" cy="626472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F9EF0E5-AC57-4413-8896-2BB79763A8F7}">
      <dsp:nvSpPr>
        <dsp:cNvPr id="0" name=""/>
        <dsp:cNvSpPr/>
      </dsp:nvSpPr>
      <dsp:spPr>
        <a:xfrm>
          <a:off x="5631327" y="2452790"/>
          <a:ext cx="2546008" cy="10801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Awaiting real-world adoption and external validation</a:t>
          </a:r>
        </a:p>
      </dsp:txBody>
      <dsp:txXfrm>
        <a:off x="5631327" y="2452790"/>
        <a:ext cx="2546008" cy="1080124"/>
      </dsp:txXfrm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D6492A9-CB27-4437-80BA-CC6E944C010B}">
      <dsp:nvSpPr>
        <dsp:cNvPr id="0" name=""/>
        <dsp:cNvSpPr/>
      </dsp:nvSpPr>
      <dsp:spPr>
        <a:xfrm>
          <a:off x="616935" y="1100"/>
          <a:ext cx="921683" cy="921683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A83DC90-9707-47D7-AD86-60014C8D0DDD}">
      <dsp:nvSpPr>
        <dsp:cNvPr id="0" name=""/>
        <dsp:cNvSpPr/>
      </dsp:nvSpPr>
      <dsp:spPr>
        <a:xfrm>
          <a:off x="810488" y="194654"/>
          <a:ext cx="534576" cy="53457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815005D-36B4-4238-89FC-4A702AD649D8}">
      <dsp:nvSpPr>
        <dsp:cNvPr id="0" name=""/>
        <dsp:cNvSpPr/>
      </dsp:nvSpPr>
      <dsp:spPr>
        <a:xfrm>
          <a:off x="1736122" y="1100"/>
          <a:ext cx="2172539" cy="92168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"Software development enters a new era with Bob and AI."</a:t>
          </a:r>
        </a:p>
      </dsp:txBody>
      <dsp:txXfrm>
        <a:off x="1736122" y="1100"/>
        <a:ext cx="2172539" cy="921683"/>
      </dsp:txXfrm>
    </dsp:sp>
    <dsp:sp modelId="{6BB61610-EC29-4A78-834E-652A7B543FEE}">
      <dsp:nvSpPr>
        <dsp:cNvPr id="0" name=""/>
        <dsp:cNvSpPr/>
      </dsp:nvSpPr>
      <dsp:spPr>
        <a:xfrm>
          <a:off x="4287209" y="1100"/>
          <a:ext cx="921683" cy="921683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F936CD6-9A65-44A6-A2EC-EF6C18814CE5}">
      <dsp:nvSpPr>
        <dsp:cNvPr id="0" name=""/>
        <dsp:cNvSpPr/>
      </dsp:nvSpPr>
      <dsp:spPr>
        <a:xfrm>
          <a:off x="4480763" y="194654"/>
          <a:ext cx="534576" cy="53457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1E373D6-5DF2-49CF-AA02-706B99A3D70D}">
      <dsp:nvSpPr>
        <dsp:cNvPr id="0" name=""/>
        <dsp:cNvSpPr/>
      </dsp:nvSpPr>
      <dsp:spPr>
        <a:xfrm>
          <a:off x="5406396" y="1100"/>
          <a:ext cx="2172539" cy="92168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No more grumpy developers, puzzled newbies, or frazzled project managers.</a:t>
          </a:r>
        </a:p>
      </dsp:txBody>
      <dsp:txXfrm>
        <a:off x="5406396" y="1100"/>
        <a:ext cx="2172539" cy="921683"/>
      </dsp:txXfrm>
    </dsp:sp>
    <dsp:sp modelId="{139BEEF1-8B26-417E-B6D2-91A722E22D52}">
      <dsp:nvSpPr>
        <dsp:cNvPr id="0" name=""/>
        <dsp:cNvSpPr/>
      </dsp:nvSpPr>
      <dsp:spPr>
        <a:xfrm>
          <a:off x="616935" y="1635560"/>
          <a:ext cx="921683" cy="921683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B7139EC-EC87-41E3-B6A1-A5CB0DF6B2E4}">
      <dsp:nvSpPr>
        <dsp:cNvPr id="0" name=""/>
        <dsp:cNvSpPr/>
      </dsp:nvSpPr>
      <dsp:spPr>
        <a:xfrm>
          <a:off x="810488" y="1829114"/>
          <a:ext cx="534576" cy="53457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7F42E0B-C2F8-49CF-95F2-B20B30E24311}">
      <dsp:nvSpPr>
        <dsp:cNvPr id="0" name=""/>
        <dsp:cNvSpPr/>
      </dsp:nvSpPr>
      <dsp:spPr>
        <a:xfrm>
          <a:off x="1736122" y="1635560"/>
          <a:ext cx="2172539" cy="92168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With Bob, every role—from designer to engineer—is empowered.</a:t>
          </a:r>
        </a:p>
      </dsp:txBody>
      <dsp:txXfrm>
        <a:off x="1736122" y="1635560"/>
        <a:ext cx="2172539" cy="921683"/>
      </dsp:txXfrm>
    </dsp:sp>
    <dsp:sp modelId="{2B7F4D00-C5F5-42E1-AAC6-B1C9EE4D939E}">
      <dsp:nvSpPr>
        <dsp:cNvPr id="0" name=""/>
        <dsp:cNvSpPr/>
      </dsp:nvSpPr>
      <dsp:spPr>
        <a:xfrm>
          <a:off x="4287209" y="1635560"/>
          <a:ext cx="921683" cy="921683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EC4A235-D55D-45E1-8425-A2C0268D02DE}">
      <dsp:nvSpPr>
        <dsp:cNvPr id="0" name=""/>
        <dsp:cNvSpPr/>
      </dsp:nvSpPr>
      <dsp:spPr>
        <a:xfrm>
          <a:off x="4480763" y="1829114"/>
          <a:ext cx="534576" cy="534576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F76E7E0-B047-40FE-BA2A-9416C6A5882E}">
      <dsp:nvSpPr>
        <dsp:cNvPr id="0" name=""/>
        <dsp:cNvSpPr/>
      </dsp:nvSpPr>
      <dsp:spPr>
        <a:xfrm>
          <a:off x="5406396" y="1635560"/>
          <a:ext cx="2172539" cy="92168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Project Bob makes development not just productive and efficient — but delightful and enjoyable.</a:t>
          </a:r>
        </a:p>
      </dsp:txBody>
      <dsp:txXfrm>
        <a:off x="5406396" y="1635560"/>
        <a:ext cx="2172539" cy="921683"/>
      </dsp:txXfrm>
    </dsp:sp>
    <dsp:sp modelId="{7E15B383-3F0D-4316-9598-306782A54A76}">
      <dsp:nvSpPr>
        <dsp:cNvPr id="0" name=""/>
        <dsp:cNvSpPr/>
      </dsp:nvSpPr>
      <dsp:spPr>
        <a:xfrm>
          <a:off x="616935" y="3270020"/>
          <a:ext cx="921683" cy="921683"/>
        </a:xfrm>
        <a:prstGeom prst="ellips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082682C-02C8-4DFF-9225-451599B19FFF}">
      <dsp:nvSpPr>
        <dsp:cNvPr id="0" name=""/>
        <dsp:cNvSpPr/>
      </dsp:nvSpPr>
      <dsp:spPr>
        <a:xfrm>
          <a:off x="810488" y="3463574"/>
          <a:ext cx="534576" cy="534576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C0750FF-69F6-4A3E-910C-1AB82D36CF48}">
      <dsp:nvSpPr>
        <dsp:cNvPr id="0" name=""/>
        <dsp:cNvSpPr/>
      </dsp:nvSpPr>
      <dsp:spPr>
        <a:xfrm>
          <a:off x="1736122" y="3270020"/>
          <a:ext cx="2172539" cy="92168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Watch this space as Bob evolves into your all-in-one AI partner for building the future.</a:t>
          </a:r>
        </a:p>
      </dsp:txBody>
      <dsp:txXfrm>
        <a:off x="1736122" y="3270020"/>
        <a:ext cx="2172539" cy="921683"/>
      </dsp:txXfrm>
    </dsp:sp>
  </dsp:spTree>
</dsp:drawing>
</file>

<file path=ppt/diagrams/drawing1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71C59AC-E0B9-4072-A063-E9187948134B}">
      <dsp:nvSpPr>
        <dsp:cNvPr id="0" name=""/>
        <dsp:cNvSpPr/>
      </dsp:nvSpPr>
      <dsp:spPr>
        <a:xfrm>
          <a:off x="18535" y="659889"/>
          <a:ext cx="1080124" cy="1080124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57E9C88-9101-4ECA-8099-DAD7D65B153F}">
      <dsp:nvSpPr>
        <dsp:cNvPr id="0" name=""/>
        <dsp:cNvSpPr/>
      </dsp:nvSpPr>
      <dsp:spPr>
        <a:xfrm>
          <a:off x="245361" y="886715"/>
          <a:ext cx="626472" cy="62647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C1B69E9-FF40-4EC6-A0D1-6977F79FA28F}">
      <dsp:nvSpPr>
        <dsp:cNvPr id="0" name=""/>
        <dsp:cNvSpPr/>
      </dsp:nvSpPr>
      <dsp:spPr>
        <a:xfrm>
          <a:off x="1330115" y="659889"/>
          <a:ext cx="2546008" cy="10801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 dirty="0"/>
            <a:t>Project Bob was proudly introduced at IBM </a:t>
          </a:r>
          <a:r>
            <a:rPr lang="en-US" sz="1700" b="1" kern="1200" dirty="0" err="1"/>
            <a:t>TechXchange</a:t>
          </a:r>
          <a:r>
            <a:rPr lang="en-US" sz="1700" b="1" kern="1200" dirty="0"/>
            <a:t> 2025</a:t>
          </a:r>
        </a:p>
      </dsp:txBody>
      <dsp:txXfrm>
        <a:off x="1330115" y="659889"/>
        <a:ext cx="2546008" cy="1080124"/>
      </dsp:txXfrm>
    </dsp:sp>
    <dsp:sp modelId="{766F1CF9-7607-419A-862B-5E7EADC4BDAD}">
      <dsp:nvSpPr>
        <dsp:cNvPr id="0" name=""/>
        <dsp:cNvSpPr/>
      </dsp:nvSpPr>
      <dsp:spPr>
        <a:xfrm>
          <a:off x="4319746" y="659889"/>
          <a:ext cx="1080124" cy="1080124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604E38C-A671-45B3-A51F-B9CAA9011175}">
      <dsp:nvSpPr>
        <dsp:cNvPr id="0" name=""/>
        <dsp:cNvSpPr/>
      </dsp:nvSpPr>
      <dsp:spPr>
        <a:xfrm>
          <a:off x="4546573" y="886715"/>
          <a:ext cx="626472" cy="62647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1B2C60C-8915-42D4-8027-119032C1B584}">
      <dsp:nvSpPr>
        <dsp:cNvPr id="0" name=""/>
        <dsp:cNvSpPr/>
      </dsp:nvSpPr>
      <dsp:spPr>
        <a:xfrm>
          <a:off x="5631327" y="659889"/>
          <a:ext cx="2546008" cy="10801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 dirty="0"/>
            <a:t>Special thanks to:</a:t>
          </a:r>
        </a:p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 dirty="0"/>
            <a:t>Neel Sundaresan , Dinesh Nirmal</a:t>
          </a:r>
        </a:p>
      </dsp:txBody>
      <dsp:txXfrm>
        <a:off x="5631327" y="659889"/>
        <a:ext cx="2546008" cy="1080124"/>
      </dsp:txXfrm>
    </dsp:sp>
    <dsp:sp modelId="{C13B7861-C1DE-4CF4-B1E4-D5F516C2D5E6}">
      <dsp:nvSpPr>
        <dsp:cNvPr id="0" name=""/>
        <dsp:cNvSpPr/>
      </dsp:nvSpPr>
      <dsp:spPr>
        <a:xfrm>
          <a:off x="18535" y="2452790"/>
          <a:ext cx="1080124" cy="1080124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61800B3-8503-45C5-BA87-7C5A102585CB}">
      <dsp:nvSpPr>
        <dsp:cNvPr id="0" name=""/>
        <dsp:cNvSpPr/>
      </dsp:nvSpPr>
      <dsp:spPr>
        <a:xfrm>
          <a:off x="245361" y="2679617"/>
          <a:ext cx="626472" cy="62647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D2DB5B7-F43F-4C13-A789-2049F9E03569}">
      <dsp:nvSpPr>
        <dsp:cNvPr id="0" name=""/>
        <dsp:cNvSpPr/>
      </dsp:nvSpPr>
      <dsp:spPr>
        <a:xfrm>
          <a:off x="1330115" y="2452790"/>
          <a:ext cx="2546008" cy="10801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/>
            <a:t>The IBM Project Bob Team – For reimagining the developer experience</a:t>
          </a:r>
          <a:endParaRPr lang="en-US" sz="1700" b="1" kern="1200" dirty="0"/>
        </a:p>
      </dsp:txBody>
      <dsp:txXfrm>
        <a:off x="1330115" y="2452790"/>
        <a:ext cx="2546008" cy="1080124"/>
      </dsp:txXfrm>
    </dsp:sp>
    <dsp:sp modelId="{9B5A131D-0592-4869-BC82-9F2F7439D52E}">
      <dsp:nvSpPr>
        <dsp:cNvPr id="0" name=""/>
        <dsp:cNvSpPr/>
      </dsp:nvSpPr>
      <dsp:spPr>
        <a:xfrm>
          <a:off x="4319746" y="2452790"/>
          <a:ext cx="1080124" cy="1080124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70AE828-3902-4E4A-8A1A-22BFFAB78FB0}">
      <dsp:nvSpPr>
        <dsp:cNvPr id="0" name=""/>
        <dsp:cNvSpPr/>
      </dsp:nvSpPr>
      <dsp:spPr>
        <a:xfrm>
          <a:off x="4546573" y="2679617"/>
          <a:ext cx="626472" cy="626472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0FD77FE-9255-465C-99F6-34FFBD1BD078}">
      <dsp:nvSpPr>
        <dsp:cNvPr id="0" name=""/>
        <dsp:cNvSpPr/>
      </dsp:nvSpPr>
      <dsp:spPr>
        <a:xfrm>
          <a:off x="5631327" y="2452790"/>
          <a:ext cx="2546008" cy="10801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/>
            <a:t>Built for developers, by developers — and for the entire software community</a:t>
          </a:r>
          <a:endParaRPr lang="en-US" sz="1700" b="1" kern="1200" dirty="0"/>
        </a:p>
      </dsp:txBody>
      <dsp:txXfrm>
        <a:off x="5631327" y="2452790"/>
        <a:ext cx="2546008" cy="1080124"/>
      </dsp:txXfrm>
    </dsp:sp>
  </dsp:spTree>
</dsp:drawing>
</file>

<file path=ppt/diagrams/drawing1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66432E3-3F41-4CFB-814E-D803023BD406}">
      <dsp:nvSpPr>
        <dsp:cNvPr id="0" name=""/>
        <dsp:cNvSpPr/>
      </dsp:nvSpPr>
      <dsp:spPr>
        <a:xfrm>
          <a:off x="884935" y="296402"/>
          <a:ext cx="2196000" cy="2196000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66CF021-2543-4DE3-AC68-E1E05D530635}">
      <dsp:nvSpPr>
        <dsp:cNvPr id="0" name=""/>
        <dsp:cNvSpPr/>
      </dsp:nvSpPr>
      <dsp:spPr>
        <a:xfrm>
          <a:off x="1352935" y="764402"/>
          <a:ext cx="1260000" cy="1260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1D62F87-8616-4E31-8EAF-B445F285BAF8}">
      <dsp:nvSpPr>
        <dsp:cNvPr id="0" name=""/>
        <dsp:cNvSpPr/>
      </dsp:nvSpPr>
      <dsp:spPr>
        <a:xfrm>
          <a:off x="182935" y="3176402"/>
          <a:ext cx="36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200" kern="1200"/>
            <a:t>IBM Announcement: </a:t>
          </a:r>
          <a:r>
            <a:rPr lang="en-US" sz="1200" kern="1200">
              <a:hlinkClick xmlns:r="http://schemas.openxmlformats.org/officeDocument/2006/relationships" r:id="rId3"/>
            </a:rPr>
            <a:t>https://www.ibm.com/new/announcements/ibm-project-bob</a:t>
          </a:r>
          <a:endParaRPr lang="en-US" sz="1200" kern="1200"/>
        </a:p>
      </dsp:txBody>
      <dsp:txXfrm>
        <a:off x="182935" y="3176402"/>
        <a:ext cx="3600000" cy="720000"/>
      </dsp:txXfrm>
    </dsp:sp>
    <dsp:sp modelId="{1C5BE557-0DEC-4E15-A827-3E9A246D39B6}">
      <dsp:nvSpPr>
        <dsp:cNvPr id="0" name=""/>
        <dsp:cNvSpPr/>
      </dsp:nvSpPr>
      <dsp:spPr>
        <a:xfrm>
          <a:off x="5114935" y="296402"/>
          <a:ext cx="2196000" cy="2196000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5D7C72C-F574-4BE3-B455-CA0004634F58}">
      <dsp:nvSpPr>
        <dsp:cNvPr id="0" name=""/>
        <dsp:cNvSpPr/>
      </dsp:nvSpPr>
      <dsp:spPr>
        <a:xfrm>
          <a:off x="5582935" y="764402"/>
          <a:ext cx="1260000" cy="1260000"/>
        </a:xfrm>
        <a:prstGeom prst="rect">
          <a:avLst/>
        </a:prstGeom>
        <a:blipFill>
          <a:blip xmlns:r="http://schemas.openxmlformats.org/officeDocument/2006/relationships"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1992D85-2125-4EFB-9C88-7FD59C04A3D6}">
      <dsp:nvSpPr>
        <dsp:cNvPr id="0" name=""/>
        <dsp:cNvSpPr/>
      </dsp:nvSpPr>
      <dsp:spPr>
        <a:xfrm>
          <a:off x="4412935" y="3176402"/>
          <a:ext cx="36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200" kern="1200" dirty="0"/>
            <a:t>Presented by Salman Shaikh</a:t>
          </a:r>
        </a:p>
      </dsp:txBody>
      <dsp:txXfrm>
        <a:off x="4412935" y="3176402"/>
        <a:ext cx="3600000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13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14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0.xml"/><Relationship Id="rId2" Type="http://schemas.openxmlformats.org/officeDocument/2006/relationships/diagramData" Target="../diagrams/data10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0.xml"/><Relationship Id="rId5" Type="http://schemas.openxmlformats.org/officeDocument/2006/relationships/diagramColors" Target="../diagrams/colors10.xml"/><Relationship Id="rId4" Type="http://schemas.openxmlformats.org/officeDocument/2006/relationships/diagramQuickStyle" Target="../diagrams/quickStyle10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1.xml"/><Relationship Id="rId2" Type="http://schemas.openxmlformats.org/officeDocument/2006/relationships/diagramData" Target="../diagrams/data1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1.xml"/><Relationship Id="rId5" Type="http://schemas.openxmlformats.org/officeDocument/2006/relationships/diagramColors" Target="../diagrams/colors11.xml"/><Relationship Id="rId4" Type="http://schemas.openxmlformats.org/officeDocument/2006/relationships/diagramQuickStyle" Target="../diagrams/quickStyle1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2.xml"/><Relationship Id="rId2" Type="http://schemas.openxmlformats.org/officeDocument/2006/relationships/diagramData" Target="../diagrams/data1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2.xml"/><Relationship Id="rId5" Type="http://schemas.openxmlformats.org/officeDocument/2006/relationships/diagramColors" Target="../diagrams/colors12.xml"/><Relationship Id="rId4" Type="http://schemas.openxmlformats.org/officeDocument/2006/relationships/diagramQuickStyle" Target="../diagrams/quickStyle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3.xml"/><Relationship Id="rId2" Type="http://schemas.openxmlformats.org/officeDocument/2006/relationships/diagramData" Target="../diagrams/data1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3.xml"/><Relationship Id="rId5" Type="http://schemas.openxmlformats.org/officeDocument/2006/relationships/diagramColors" Target="../diagrams/colors13.xml"/><Relationship Id="rId4" Type="http://schemas.openxmlformats.org/officeDocument/2006/relationships/diagramQuickStyle" Target="../diagrams/quickStyle1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4.xml"/><Relationship Id="rId2" Type="http://schemas.openxmlformats.org/officeDocument/2006/relationships/diagramData" Target="../diagrams/data1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4.xml"/><Relationship Id="rId5" Type="http://schemas.openxmlformats.org/officeDocument/2006/relationships/diagramColors" Target="../diagrams/colors14.xml"/><Relationship Id="rId4" Type="http://schemas.openxmlformats.org/officeDocument/2006/relationships/diagramQuickStyle" Target="../diagrams/quickStyl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96" name="Rectangle 2095">
            <a:extLst>
              <a:ext uri="{FF2B5EF4-FFF2-40B4-BE49-F238E27FC236}">
                <a16:creationId xmlns:a16="http://schemas.microsoft.com/office/drawing/2014/main" id="{49B447FE-DDA9-4B30-828A-59FC569124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"/>
            <a:ext cx="9144000" cy="685799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98" name="Rectangle 2097">
            <a:extLst>
              <a:ext uri="{FF2B5EF4-FFF2-40B4-BE49-F238E27FC236}">
                <a16:creationId xmlns:a16="http://schemas.microsoft.com/office/drawing/2014/main" id="{C3D487F7-9050-4871-B351-34A72ADB29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63" y="-1"/>
            <a:ext cx="4572001" cy="6858000"/>
          </a:xfrm>
          <a:prstGeom prst="rect">
            <a:avLst/>
          </a:prstGeom>
          <a:gradFill>
            <a:gsLst>
              <a:gs pos="8000">
                <a:srgbClr val="000000">
                  <a:alpha val="94000"/>
                </a:srgbClr>
              </a:gs>
              <a:gs pos="100000">
                <a:schemeClr val="accent1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00" name="Rectangle 2099">
            <a:extLst>
              <a:ext uri="{FF2B5EF4-FFF2-40B4-BE49-F238E27FC236}">
                <a16:creationId xmlns:a16="http://schemas.microsoft.com/office/drawing/2014/main" id="{F43C27DD-EF6A-4C48-9669-C2970E71A8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971913" y="1314451"/>
            <a:ext cx="6858003" cy="4229101"/>
          </a:xfrm>
          <a:prstGeom prst="rect">
            <a:avLst/>
          </a:prstGeom>
          <a:gradFill>
            <a:gsLst>
              <a:gs pos="0">
                <a:schemeClr val="accent1">
                  <a:alpha val="23000"/>
                </a:schemeClr>
              </a:gs>
              <a:gs pos="7100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0"/>
                </a:srgb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02" name="Rectangle 2101">
            <a:extLst>
              <a:ext uri="{FF2B5EF4-FFF2-40B4-BE49-F238E27FC236}">
                <a16:creationId xmlns:a16="http://schemas.microsoft.com/office/drawing/2014/main" id="{05A1AA86-B7E6-4C02-AA34-F1A25CD4CC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5638" y="2217950"/>
            <a:ext cx="4577638" cy="4640049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72000">
                <a:srgbClr val="000000">
                  <a:alpha val="21000"/>
                </a:srgb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04" name="Oval 2103">
            <a:extLst>
              <a:ext uri="{FF2B5EF4-FFF2-40B4-BE49-F238E27FC236}">
                <a16:creationId xmlns:a16="http://schemas.microsoft.com/office/drawing/2014/main" id="{86C3B9CB-4E48-4726-B7B9-9E02F71B15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4137312">
            <a:off x="-156132" y="1791483"/>
            <a:ext cx="4640488" cy="3480366"/>
          </a:xfrm>
          <a:prstGeom prst="ellipse">
            <a:avLst/>
          </a:prstGeom>
          <a:gradFill>
            <a:gsLst>
              <a:gs pos="53000">
                <a:schemeClr val="accent1">
                  <a:alpha val="0"/>
                </a:schemeClr>
              </a:gs>
              <a:gs pos="100000">
                <a:schemeClr val="accent1">
                  <a:lumMod val="40000"/>
                  <a:lumOff val="60000"/>
                  <a:alpha val="15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06" name="Rectangle 2105">
            <a:extLst>
              <a:ext uri="{FF2B5EF4-FFF2-40B4-BE49-F238E27FC236}">
                <a16:creationId xmlns:a16="http://schemas.microsoft.com/office/drawing/2014/main" id="{C84384FE-1C88-4CAA-8FB8-2313A3AE73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5639" y="0"/>
            <a:ext cx="4577639" cy="6870700"/>
          </a:xfrm>
          <a:prstGeom prst="rect">
            <a:avLst/>
          </a:prstGeom>
          <a:gradFill>
            <a:gsLst>
              <a:gs pos="24000">
                <a:schemeClr val="accent1">
                  <a:alpha val="0"/>
                </a:schemeClr>
              </a:gs>
              <a:gs pos="100000">
                <a:srgbClr val="000000">
                  <a:alpha val="71000"/>
                </a:srgb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DECD489-AD4B-EF66-102B-B90181C50B4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02341" y="2654490"/>
            <a:ext cx="3425764" cy="3220382"/>
          </a:xfrm>
        </p:spPr>
        <p:txBody>
          <a:bodyPr anchor="t">
            <a:normAutofit/>
          </a:bodyPr>
          <a:lstStyle/>
          <a:p>
            <a:pPr algn="r"/>
            <a:r>
              <a:rPr lang="en-US" sz="4200">
                <a:solidFill>
                  <a:srgbClr val="FFFFFF"/>
                </a:solidFill>
              </a:rPr>
              <a:t>Project Bob – IBM’s AI Developer Partner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F2B0C6A-8B48-4EEF-DC72-9584870E5EA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28700" y="835862"/>
            <a:ext cx="3103991" cy="1112208"/>
          </a:xfrm>
        </p:spPr>
        <p:txBody>
          <a:bodyPr anchor="b">
            <a:normAutofit/>
          </a:bodyPr>
          <a:lstStyle/>
          <a:p>
            <a:pPr algn="r"/>
            <a:r>
              <a:rPr lang="en-US">
                <a:solidFill>
                  <a:srgbClr val="FFFFFF"/>
                </a:solidFill>
              </a:rPr>
              <a:t>Presented by: Salman Shaikh</a:t>
            </a:r>
          </a:p>
        </p:txBody>
      </p:sp>
      <p:pic>
        <p:nvPicPr>
          <p:cNvPr id="2050" name="Picture 2" descr="Project Bob">
            <a:extLst>
              <a:ext uri="{FF2B5EF4-FFF2-40B4-BE49-F238E27FC236}">
                <a16:creationId xmlns:a16="http://schemas.microsoft.com/office/drawing/2014/main" id="{4017B364-4289-48D7-2D31-451060BFE3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653" r="15301"/>
          <a:stretch>
            <a:fillRect/>
          </a:stretch>
        </p:blipFill>
        <p:spPr bwMode="auto">
          <a:xfrm>
            <a:off x="4914899" y="457200"/>
            <a:ext cx="3886201" cy="5943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559633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62114" y="0"/>
            <a:ext cx="3072908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486646" y="-3486043"/>
            <a:ext cx="2170709" cy="9144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37673" y="348865"/>
            <a:ext cx="7288583" cy="1576446"/>
          </a:xfrm>
        </p:spPr>
        <p:txBody>
          <a:bodyPr anchor="ctr">
            <a:normAutofit/>
          </a:bodyPr>
          <a:lstStyle/>
          <a:p>
            <a:r>
              <a:rPr lang="en-US" sz="3500">
                <a:solidFill>
                  <a:srgbClr val="FFFFFF"/>
                </a:solidFill>
              </a:rPr>
              <a:t>Context &amp; Motivation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8272564-BA12-6969-AAA1-3BC7B7C8BB4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8167106"/>
              </p:ext>
            </p:extLst>
          </p:nvPr>
        </p:nvGraphicFramePr>
        <p:xfrm>
          <a:off x="483042" y="2615979"/>
          <a:ext cx="8195871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62114" y="0"/>
            <a:ext cx="3072908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486646" y="-3486043"/>
            <a:ext cx="2170709" cy="9144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37673" y="348865"/>
            <a:ext cx="7288583" cy="1576446"/>
          </a:xfrm>
        </p:spPr>
        <p:txBody>
          <a:bodyPr anchor="ctr">
            <a:normAutofit/>
          </a:bodyPr>
          <a:lstStyle/>
          <a:p>
            <a:r>
              <a:rPr lang="en-US" sz="3500">
                <a:solidFill>
                  <a:srgbClr val="FFFFFF"/>
                </a:solidFill>
              </a:rPr>
              <a:t>Announcement at TechXchange 2025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ADA6013-CE73-3A78-E9D6-7D4C015E0E5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85012032"/>
              </p:ext>
            </p:extLst>
          </p:nvPr>
        </p:nvGraphicFramePr>
        <p:xfrm>
          <a:off x="483042" y="2615979"/>
          <a:ext cx="8195871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en-US" sz="3500">
                <a:solidFill>
                  <a:srgbClr val="FFFFFF"/>
                </a:solidFill>
              </a:rPr>
              <a:t>What is Project Bob?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3B79490-1886-2C48-8150-D808352E3B9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27008999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en-US" sz="3500">
                <a:solidFill>
                  <a:srgbClr val="FFFFFF"/>
                </a:solidFill>
              </a:rPr>
              <a:t>Key Capabilities &amp; Features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0B3F30B-D933-671B-A663-A2F66EE2C1F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92560936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1" name="Rectangle 30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en-US" sz="3500">
                <a:solidFill>
                  <a:srgbClr val="FFFFFF"/>
                </a:solidFill>
              </a:rPr>
              <a:t>Technical Architecture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4CD7448-8C43-8090-3802-9BF2A896DF4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32981214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en-US" sz="3500">
                <a:solidFill>
                  <a:srgbClr val="FFFFFF"/>
                </a:solidFill>
              </a:rPr>
              <a:t>Enterprise Security &amp; Compliance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58B3141-8ACC-4A30-C86F-42BA35F1C7A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3267205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8" name="Rectangle 27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en-US" sz="3500">
                <a:solidFill>
                  <a:srgbClr val="FFFFFF"/>
                </a:solidFill>
              </a:rPr>
              <a:t>Results &amp; Early Adoption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0EFE2F8A-5C05-73FA-3CC4-66653E4AB6A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45266383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en-US" sz="3500">
                <a:solidFill>
                  <a:srgbClr val="FFFFFF"/>
                </a:solidFill>
              </a:rPr>
              <a:t>Comparisons &amp; Positioning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BF0200E-90F3-507A-E5D8-E0B3CEB4806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84308561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en-US" sz="3500">
                <a:solidFill>
                  <a:srgbClr val="FFFFFF"/>
                </a:solidFill>
              </a:rPr>
              <a:t>Challenges &amp; Risks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E6749EA-73E3-4989-ECD6-807B3B35D94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59948056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1" name="Rectangle 30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en-US" sz="3500" dirty="0">
                <a:solidFill>
                  <a:srgbClr val="FFFFFF"/>
                </a:solidFill>
              </a:rPr>
              <a:t>Roadmap &amp; Future Directions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0818182-C2E9-FC9C-3D11-8F7118A29B6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54995402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2" name="Rectangle 41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-1"/>
            <a:ext cx="9143997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" y="0"/>
            <a:ext cx="6086479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86474" y="-1"/>
            <a:ext cx="3057523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4512" y="-1"/>
            <a:ext cx="8799485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9" y="294538"/>
            <a:ext cx="7421963" cy="1033669"/>
          </a:xfrm>
        </p:spPr>
        <p:txBody>
          <a:bodyPr>
            <a:normAutofit/>
          </a:bodyPr>
          <a:lstStyle/>
          <a:p>
            <a:r>
              <a:rPr lang="en-US" sz="3200">
                <a:solidFill>
                  <a:srgbClr val="FFFFFF"/>
                </a:solidFill>
              </a:rPr>
              <a:t>Literate Coding and Developer Experience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28699" y="2318197"/>
            <a:ext cx="7293023" cy="3683358"/>
          </a:xfrm>
        </p:spPr>
        <p:txBody>
          <a:bodyPr anchor="ctr">
            <a:normAutofit/>
          </a:bodyPr>
          <a:lstStyle/>
          <a:p>
            <a:r>
              <a:rPr lang="en-US" sz="1700" dirty="0"/>
              <a:t>Project Bob transforms coding into a conversation.</a:t>
            </a:r>
          </a:p>
          <a:p>
            <a:r>
              <a:rPr lang="en-US" sz="1700" dirty="0"/>
              <a:t>Blends documentation and code naturally.</a:t>
            </a:r>
          </a:p>
          <a:p>
            <a:r>
              <a:rPr lang="en-US" sz="1700" dirty="0"/>
              <a:t>Enables developers to write, edit, and modernize with transparency.</a:t>
            </a:r>
          </a:p>
          <a:p>
            <a:r>
              <a:rPr lang="en-US" sz="1700" dirty="0"/>
              <a:t>Supports contextual AI guidance and continuous repository insights.</a:t>
            </a:r>
          </a:p>
          <a:p>
            <a:r>
              <a:rPr lang="en-US" sz="1700" dirty="0"/>
              <a:t>Redefines developer productivity while ensuring explainability and auditability.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778CFB6-5AD2-F253-EC90-2FB89F3C95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38CB58AB-FA4A-8534-D035-A1A4ECF9C2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50B2D5E-06CF-B47A-24FB-E163A8D547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6A79D4C-E110-D77A-4376-3B58A64889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579184EF-A5DB-6AB8-FB53-FA5A319CD9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B29FC8E-ACE5-D607-3C65-5B5242ADB2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en-US" sz="3500">
                <a:solidFill>
                  <a:srgbClr val="FFFFFF"/>
                </a:solidFill>
              </a:rPr>
              <a:t>Summary / Takeaways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0CE2C9A-2F92-C1BE-0BE9-93C5F74F44F4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47073361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en-US" sz="3500">
                <a:solidFill>
                  <a:srgbClr val="FFFFFF"/>
                </a:solidFill>
              </a:rPr>
              <a:t>Bob Meets the World!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9595030-3561-2D8D-2D0B-CE1D4E40630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78098683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en-US" sz="3500">
                <a:solidFill>
                  <a:srgbClr val="FFFFFF"/>
                </a:solidFill>
              </a:rPr>
              <a:t>Acknowledgments &amp; Community Impact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C1C5009-E113-2EC5-9E55-BF8659729DB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8629842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1" name="Rectangle 40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en-US" sz="3500">
                <a:solidFill>
                  <a:srgbClr val="FFFFFF"/>
                </a:solidFill>
              </a:rPr>
              <a:t>Q&amp;A / References</a:t>
            </a:r>
          </a:p>
        </p:txBody>
      </p:sp>
      <p:graphicFrame>
        <p:nvGraphicFramePr>
          <p:cNvPr id="18" name="Content Placeholder 2">
            <a:extLst>
              <a:ext uri="{FF2B5EF4-FFF2-40B4-BE49-F238E27FC236}">
                <a16:creationId xmlns:a16="http://schemas.microsoft.com/office/drawing/2014/main" id="{14D60E4D-85C9-9C0E-D2B2-13D40089BB4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56922576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795</TotalTime>
  <Words>586</Words>
  <Application>Microsoft Office PowerPoint</Application>
  <PresentationFormat>On-screen Show (4:3)</PresentationFormat>
  <Paragraphs>83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Project Bob – IBM’s AI Developer Partner</vt:lpstr>
      <vt:lpstr>Context &amp; Motivation</vt:lpstr>
      <vt:lpstr>Announcement at TechXchange 2025</vt:lpstr>
      <vt:lpstr>What is Project Bob?</vt:lpstr>
      <vt:lpstr>Key Capabilities &amp; Features</vt:lpstr>
      <vt:lpstr>Technical Architecture</vt:lpstr>
      <vt:lpstr>Enterprise Security &amp; Compliance</vt:lpstr>
      <vt:lpstr>Results &amp; Early Adoption</vt:lpstr>
      <vt:lpstr>Comparisons &amp; Positioning</vt:lpstr>
      <vt:lpstr>Challenges &amp; Risks</vt:lpstr>
      <vt:lpstr>Roadmap &amp; Future Directions</vt:lpstr>
      <vt:lpstr>Literate Coding and Developer Experience</vt:lpstr>
      <vt:lpstr>Summary / Takeaways</vt:lpstr>
      <vt:lpstr>Bob Meets the World!</vt:lpstr>
      <vt:lpstr>Acknowledgments &amp; Community Impact</vt:lpstr>
      <vt:lpstr>Q&amp;A / References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Salman Shaikh</cp:lastModifiedBy>
  <cp:revision>7</cp:revision>
  <dcterms:created xsi:type="dcterms:W3CDTF">2013-01-27T09:14:16Z</dcterms:created>
  <dcterms:modified xsi:type="dcterms:W3CDTF">2025-10-13T21:42:39Z</dcterms:modified>
  <cp:category/>
</cp:coreProperties>
</file>